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5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6F4"/>
    <a:srgbClr val="25B189"/>
    <a:srgbClr val="27BB91"/>
    <a:srgbClr val="29C195"/>
    <a:srgbClr val="F56779"/>
    <a:srgbClr val="EDF4F2"/>
    <a:srgbClr val="008A62"/>
    <a:srgbClr val="EDF5F1"/>
    <a:srgbClr val="00A050"/>
    <a:srgbClr val="ED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86000" autoAdjust="0"/>
  </p:normalViewPr>
  <p:slideViewPr>
    <p:cSldViewPr snapToGrid="0">
      <p:cViewPr varScale="1">
        <p:scale>
          <a:sx n="62" d="100"/>
          <a:sy n="62" d="100"/>
        </p:scale>
        <p:origin x="15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A0EE4-EA35-48F4-8378-CE37C8A5DF52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F7343-A48C-4E4B-AC80-9C0F737C9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8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7343-A48C-4E4B-AC80-9C0F737C9C5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230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28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11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5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1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5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7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78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57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2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3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83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74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1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1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자유형: 도형 212">
            <a:extLst>
              <a:ext uri="{FF2B5EF4-FFF2-40B4-BE49-F238E27FC236}">
                <a16:creationId xmlns:a16="http://schemas.microsoft.com/office/drawing/2014/main" id="{412F7116-6F74-416A-A33A-4C7DA37F3129}"/>
              </a:ext>
            </a:extLst>
          </p:cNvPr>
          <p:cNvSpPr/>
          <p:nvPr/>
        </p:nvSpPr>
        <p:spPr>
          <a:xfrm>
            <a:off x="4807213" y="1289956"/>
            <a:ext cx="825018" cy="7097123"/>
          </a:xfrm>
          <a:custGeom>
            <a:avLst/>
            <a:gdLst>
              <a:gd name="connsiteX0" fmla="*/ 0 w 1291772"/>
              <a:gd name="connsiteY0" fmla="*/ 6342743 h 7213600"/>
              <a:gd name="connsiteX1" fmla="*/ 1291772 w 1291772"/>
              <a:gd name="connsiteY1" fmla="*/ 0 h 7213600"/>
              <a:gd name="connsiteX2" fmla="*/ 1291772 w 1291772"/>
              <a:gd name="connsiteY2" fmla="*/ 7213600 h 7213600"/>
              <a:gd name="connsiteX3" fmla="*/ 14515 w 1291772"/>
              <a:gd name="connsiteY3" fmla="*/ 7053943 h 7213600"/>
              <a:gd name="connsiteX4" fmla="*/ 0 w 1291772"/>
              <a:gd name="connsiteY4" fmla="*/ 6342743 h 7213600"/>
              <a:gd name="connsiteX0" fmla="*/ 0 w 1291772"/>
              <a:gd name="connsiteY0" fmla="*/ 6342743 h 7213600"/>
              <a:gd name="connsiteX1" fmla="*/ 1291772 w 1291772"/>
              <a:gd name="connsiteY1" fmla="*/ 0 h 7213600"/>
              <a:gd name="connsiteX2" fmla="*/ 1291772 w 1291772"/>
              <a:gd name="connsiteY2" fmla="*/ 7213600 h 7213600"/>
              <a:gd name="connsiteX3" fmla="*/ 27140 w 1291772"/>
              <a:gd name="connsiteY3" fmla="*/ 7114284 h 7213600"/>
              <a:gd name="connsiteX4" fmla="*/ 0 w 1291772"/>
              <a:gd name="connsiteY4" fmla="*/ 6342743 h 7213600"/>
              <a:gd name="connsiteX0" fmla="*/ 0 w 1266523"/>
              <a:gd name="connsiteY0" fmla="*/ 6259775 h 7213600"/>
              <a:gd name="connsiteX1" fmla="*/ 1266523 w 1266523"/>
              <a:gd name="connsiteY1" fmla="*/ 0 h 7213600"/>
              <a:gd name="connsiteX2" fmla="*/ 1266523 w 1266523"/>
              <a:gd name="connsiteY2" fmla="*/ 7213600 h 7213600"/>
              <a:gd name="connsiteX3" fmla="*/ 1891 w 1266523"/>
              <a:gd name="connsiteY3" fmla="*/ 7114284 h 7213600"/>
              <a:gd name="connsiteX4" fmla="*/ 0 w 1266523"/>
              <a:gd name="connsiteY4" fmla="*/ 6259775 h 7213600"/>
              <a:gd name="connsiteX0" fmla="*/ 0 w 1279148"/>
              <a:gd name="connsiteY0" fmla="*/ 6259775 h 7160802"/>
              <a:gd name="connsiteX1" fmla="*/ 1266523 w 1279148"/>
              <a:gd name="connsiteY1" fmla="*/ 0 h 7160802"/>
              <a:gd name="connsiteX2" fmla="*/ 1279148 w 1279148"/>
              <a:gd name="connsiteY2" fmla="*/ 7160802 h 7160802"/>
              <a:gd name="connsiteX3" fmla="*/ 1891 w 1279148"/>
              <a:gd name="connsiteY3" fmla="*/ 7114284 h 7160802"/>
              <a:gd name="connsiteX4" fmla="*/ 0 w 1279148"/>
              <a:gd name="connsiteY4" fmla="*/ 6259775 h 7160802"/>
              <a:gd name="connsiteX0" fmla="*/ 0 w 1392771"/>
              <a:gd name="connsiteY0" fmla="*/ 6206977 h 7160802"/>
              <a:gd name="connsiteX1" fmla="*/ 1380146 w 1392771"/>
              <a:gd name="connsiteY1" fmla="*/ 0 h 7160802"/>
              <a:gd name="connsiteX2" fmla="*/ 1392771 w 1392771"/>
              <a:gd name="connsiteY2" fmla="*/ 7160802 h 7160802"/>
              <a:gd name="connsiteX3" fmla="*/ 115514 w 1392771"/>
              <a:gd name="connsiteY3" fmla="*/ 7114284 h 7160802"/>
              <a:gd name="connsiteX4" fmla="*/ 0 w 1392771"/>
              <a:gd name="connsiteY4" fmla="*/ 6206977 h 7160802"/>
              <a:gd name="connsiteX0" fmla="*/ 35989 w 1428760"/>
              <a:gd name="connsiteY0" fmla="*/ 6206977 h 7160802"/>
              <a:gd name="connsiteX1" fmla="*/ 1416135 w 1428760"/>
              <a:gd name="connsiteY1" fmla="*/ 0 h 7160802"/>
              <a:gd name="connsiteX2" fmla="*/ 1428760 w 1428760"/>
              <a:gd name="connsiteY2" fmla="*/ 7160802 h 7160802"/>
              <a:gd name="connsiteX3" fmla="*/ 7 w 1428760"/>
              <a:gd name="connsiteY3" fmla="*/ 7114284 h 7160802"/>
              <a:gd name="connsiteX4" fmla="*/ 35989 w 1428760"/>
              <a:gd name="connsiteY4" fmla="*/ 6206977 h 7160802"/>
              <a:gd name="connsiteX0" fmla="*/ 48612 w 1441383"/>
              <a:gd name="connsiteY0" fmla="*/ 6206977 h 7160802"/>
              <a:gd name="connsiteX1" fmla="*/ 1428758 w 1441383"/>
              <a:gd name="connsiteY1" fmla="*/ 0 h 7160802"/>
              <a:gd name="connsiteX2" fmla="*/ 1441383 w 1441383"/>
              <a:gd name="connsiteY2" fmla="*/ 7160802 h 7160802"/>
              <a:gd name="connsiteX3" fmla="*/ 5 w 1441383"/>
              <a:gd name="connsiteY3" fmla="*/ 6918177 h 7160802"/>
              <a:gd name="connsiteX4" fmla="*/ 48612 w 1441383"/>
              <a:gd name="connsiteY4" fmla="*/ 6206977 h 7160802"/>
              <a:gd name="connsiteX0" fmla="*/ 0 w 1455895"/>
              <a:gd name="connsiteY0" fmla="*/ 6063668 h 7160802"/>
              <a:gd name="connsiteX1" fmla="*/ 1443270 w 1455895"/>
              <a:gd name="connsiteY1" fmla="*/ 0 h 7160802"/>
              <a:gd name="connsiteX2" fmla="*/ 1455895 w 1455895"/>
              <a:gd name="connsiteY2" fmla="*/ 7160802 h 7160802"/>
              <a:gd name="connsiteX3" fmla="*/ 14517 w 1455895"/>
              <a:gd name="connsiteY3" fmla="*/ 6918177 h 7160802"/>
              <a:gd name="connsiteX4" fmla="*/ 0 w 1455895"/>
              <a:gd name="connsiteY4" fmla="*/ 6063668 h 7160802"/>
              <a:gd name="connsiteX0" fmla="*/ 0 w 1455895"/>
              <a:gd name="connsiteY0" fmla="*/ 6063668 h 6987322"/>
              <a:gd name="connsiteX1" fmla="*/ 1443270 w 1455895"/>
              <a:gd name="connsiteY1" fmla="*/ 0 h 6987322"/>
              <a:gd name="connsiteX2" fmla="*/ 1455895 w 1455895"/>
              <a:gd name="connsiteY2" fmla="*/ 6987322 h 6987322"/>
              <a:gd name="connsiteX3" fmla="*/ 14517 w 1455895"/>
              <a:gd name="connsiteY3" fmla="*/ 6918177 h 6987322"/>
              <a:gd name="connsiteX4" fmla="*/ 0 w 1455895"/>
              <a:gd name="connsiteY4" fmla="*/ 6063668 h 6987322"/>
              <a:gd name="connsiteX0" fmla="*/ 0 w 1497977"/>
              <a:gd name="connsiteY0" fmla="*/ 6063668 h 7062748"/>
              <a:gd name="connsiteX1" fmla="*/ 1443270 w 1497977"/>
              <a:gd name="connsiteY1" fmla="*/ 0 h 7062748"/>
              <a:gd name="connsiteX2" fmla="*/ 1497977 w 1497977"/>
              <a:gd name="connsiteY2" fmla="*/ 7062748 h 7062748"/>
              <a:gd name="connsiteX3" fmla="*/ 14517 w 1497977"/>
              <a:gd name="connsiteY3" fmla="*/ 6918177 h 7062748"/>
              <a:gd name="connsiteX4" fmla="*/ 0 w 1497977"/>
              <a:gd name="connsiteY4" fmla="*/ 6063668 h 7062748"/>
              <a:gd name="connsiteX0" fmla="*/ 0 w 1487456"/>
              <a:gd name="connsiteY0" fmla="*/ 6063668 h 7025035"/>
              <a:gd name="connsiteX1" fmla="*/ 1443270 w 1487456"/>
              <a:gd name="connsiteY1" fmla="*/ 0 h 7025035"/>
              <a:gd name="connsiteX2" fmla="*/ 1487456 w 1487456"/>
              <a:gd name="connsiteY2" fmla="*/ 7025035 h 7025035"/>
              <a:gd name="connsiteX3" fmla="*/ 14517 w 1487456"/>
              <a:gd name="connsiteY3" fmla="*/ 6918177 h 7025035"/>
              <a:gd name="connsiteX4" fmla="*/ 0 w 1487456"/>
              <a:gd name="connsiteY4" fmla="*/ 6063668 h 7025035"/>
              <a:gd name="connsiteX0" fmla="*/ 0 w 1487456"/>
              <a:gd name="connsiteY0" fmla="*/ 6063668 h 7025035"/>
              <a:gd name="connsiteX1" fmla="*/ 1443270 w 1487456"/>
              <a:gd name="connsiteY1" fmla="*/ 0 h 7025035"/>
              <a:gd name="connsiteX2" fmla="*/ 1487456 w 1487456"/>
              <a:gd name="connsiteY2" fmla="*/ 7025035 h 7025035"/>
              <a:gd name="connsiteX3" fmla="*/ 14517 w 1487456"/>
              <a:gd name="connsiteY3" fmla="*/ 6946462 h 7025035"/>
              <a:gd name="connsiteX4" fmla="*/ 0 w 1487456"/>
              <a:gd name="connsiteY4" fmla="*/ 6063668 h 7025035"/>
              <a:gd name="connsiteX0" fmla="*/ 0 w 1479566"/>
              <a:gd name="connsiteY0" fmla="*/ 6021242 h 7025035"/>
              <a:gd name="connsiteX1" fmla="*/ 1435380 w 1479566"/>
              <a:gd name="connsiteY1" fmla="*/ 0 h 7025035"/>
              <a:gd name="connsiteX2" fmla="*/ 1479566 w 1479566"/>
              <a:gd name="connsiteY2" fmla="*/ 7025035 h 7025035"/>
              <a:gd name="connsiteX3" fmla="*/ 6627 w 1479566"/>
              <a:gd name="connsiteY3" fmla="*/ 6946462 h 7025035"/>
              <a:gd name="connsiteX4" fmla="*/ 0 w 1479566"/>
              <a:gd name="connsiteY4" fmla="*/ 6021242 h 7025035"/>
              <a:gd name="connsiteX0" fmla="*/ 19627 w 1472953"/>
              <a:gd name="connsiteY0" fmla="*/ 5802507 h 7025035"/>
              <a:gd name="connsiteX1" fmla="*/ 1428767 w 1472953"/>
              <a:gd name="connsiteY1" fmla="*/ 0 h 7025035"/>
              <a:gd name="connsiteX2" fmla="*/ 1472953 w 1472953"/>
              <a:gd name="connsiteY2" fmla="*/ 7025035 h 7025035"/>
              <a:gd name="connsiteX3" fmla="*/ 14 w 1472953"/>
              <a:gd name="connsiteY3" fmla="*/ 6946462 h 7025035"/>
              <a:gd name="connsiteX4" fmla="*/ 19627 w 1472953"/>
              <a:gd name="connsiteY4" fmla="*/ 5802507 h 7025035"/>
              <a:gd name="connsiteX0" fmla="*/ 0 w 1453326"/>
              <a:gd name="connsiteY0" fmla="*/ 5802507 h 7025035"/>
              <a:gd name="connsiteX1" fmla="*/ 1409140 w 1453326"/>
              <a:gd name="connsiteY1" fmla="*/ 0 h 7025035"/>
              <a:gd name="connsiteX2" fmla="*/ 1453326 w 1453326"/>
              <a:gd name="connsiteY2" fmla="*/ 7025035 h 7025035"/>
              <a:gd name="connsiteX3" fmla="*/ 45988 w 1453326"/>
              <a:gd name="connsiteY3" fmla="*/ 6644758 h 7025035"/>
              <a:gd name="connsiteX4" fmla="*/ 0 w 1453326"/>
              <a:gd name="connsiteY4" fmla="*/ 5802507 h 7025035"/>
              <a:gd name="connsiteX0" fmla="*/ 0 w 1420525"/>
              <a:gd name="connsiteY0" fmla="*/ 5739652 h 7025035"/>
              <a:gd name="connsiteX1" fmla="*/ 1376339 w 1420525"/>
              <a:gd name="connsiteY1" fmla="*/ 0 h 7025035"/>
              <a:gd name="connsiteX2" fmla="*/ 1420525 w 1420525"/>
              <a:gd name="connsiteY2" fmla="*/ 7025035 h 7025035"/>
              <a:gd name="connsiteX3" fmla="*/ 13187 w 1420525"/>
              <a:gd name="connsiteY3" fmla="*/ 6644758 h 7025035"/>
              <a:gd name="connsiteX4" fmla="*/ 0 w 1420525"/>
              <a:gd name="connsiteY4" fmla="*/ 5739652 h 702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525" h="7025035">
                <a:moveTo>
                  <a:pt x="0" y="5739652"/>
                </a:moveTo>
                <a:lnTo>
                  <a:pt x="1376339" y="0"/>
                </a:lnTo>
                <a:cubicBezTo>
                  <a:pt x="1380547" y="2386934"/>
                  <a:pt x="1416317" y="4638101"/>
                  <a:pt x="1420525" y="7025035"/>
                </a:cubicBezTo>
                <a:lnTo>
                  <a:pt x="13187" y="6644758"/>
                </a:lnTo>
                <a:cubicBezTo>
                  <a:pt x="12557" y="6359922"/>
                  <a:pt x="630" y="6024488"/>
                  <a:pt x="0" y="5739652"/>
                </a:cubicBezTo>
                <a:close/>
              </a:path>
            </a:pathLst>
          </a:custGeom>
          <a:solidFill>
            <a:srgbClr val="F0F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DBCC638-95C8-4C5C-9447-60054DBB1A76}"/>
              </a:ext>
            </a:extLst>
          </p:cNvPr>
          <p:cNvSpPr txBox="1"/>
          <p:nvPr/>
        </p:nvSpPr>
        <p:spPr>
          <a:xfrm>
            <a:off x="3726469" y="6989604"/>
            <a:ext cx="1080000" cy="1080000"/>
          </a:xfrm>
          <a:prstGeom prst="roundRect">
            <a:avLst>
              <a:gd name="adj" fmla="val 1246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2C2CDF2-451C-4CA8-8528-F165F039837B}"/>
              </a:ext>
            </a:extLst>
          </p:cNvPr>
          <p:cNvSpPr txBox="1"/>
          <p:nvPr/>
        </p:nvSpPr>
        <p:spPr>
          <a:xfrm>
            <a:off x="3456469" y="1223777"/>
            <a:ext cx="162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2000" dirty="0" err="1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OntoPlan</a:t>
            </a:r>
            <a:endParaRPr lang="ko-KR" altLang="en-US" sz="20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683CC2E8-9C70-47B8-B501-5D5E12E71372}"/>
              </a:ext>
            </a:extLst>
          </p:cNvPr>
          <p:cNvCxnSpPr>
            <a:cxnSpLocks/>
            <a:endCxn id="214" idx="0"/>
          </p:cNvCxnSpPr>
          <p:nvPr/>
        </p:nvCxnSpPr>
        <p:spPr>
          <a:xfrm>
            <a:off x="4266469" y="6654332"/>
            <a:ext cx="0" cy="335272"/>
          </a:xfrm>
          <a:prstGeom prst="straightConnector1">
            <a:avLst/>
          </a:prstGeom>
          <a:ln w="76200">
            <a:solidFill>
              <a:schemeClr val="accent5">
                <a:alpha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C10BF540-C1D7-4A0E-8562-DA5BE953EBE0}"/>
              </a:ext>
            </a:extLst>
          </p:cNvPr>
          <p:cNvSpPr txBox="1"/>
          <p:nvPr/>
        </p:nvSpPr>
        <p:spPr>
          <a:xfrm>
            <a:off x="3510469" y="6006332"/>
            <a:ext cx="1512000" cy="648000"/>
          </a:xfrm>
          <a:prstGeom prst="rect">
            <a:avLst/>
          </a:prstGeom>
          <a:solidFill>
            <a:srgbClr val="E7EAED"/>
          </a:solidFill>
          <a:ln w="19050">
            <a:solidFill>
              <a:srgbClr val="173151"/>
            </a:solidFill>
            <a:prstDash val="solid"/>
          </a:ln>
        </p:spPr>
        <p:txBody>
          <a:bodyPr wrap="square" lIns="108000" tIns="36000" rIns="72000" bIns="36000" rtlCol="0" anchor="ctr">
            <a:noAutofit/>
          </a:bodyPr>
          <a:lstStyle/>
          <a:p>
            <a:pPr algn="ctr"/>
            <a:r>
              <a:rPr lang="en-US" altLang="ko-KR" dirty="0">
                <a:solidFill>
                  <a:srgbClr val="173151"/>
                </a:solidFill>
                <a:latin typeface="프리젠테이션 7 Bold" pitchFamily="2" charset="-127"/>
                <a:ea typeface="프리젠테이션 7 Bold" pitchFamily="2" charset="-127"/>
              </a:rPr>
              <a:t>SPARQL </a:t>
            </a:r>
          </a:p>
          <a:p>
            <a:pPr algn="ctr"/>
            <a:r>
              <a:rPr lang="en-US" altLang="ko-KR" dirty="0">
                <a:solidFill>
                  <a:srgbClr val="173151"/>
                </a:solidFill>
                <a:latin typeface="프리젠테이션 7 Bold" pitchFamily="2" charset="-127"/>
                <a:ea typeface="프리젠테이션 7 Bold" pitchFamily="2" charset="-127"/>
              </a:rPr>
              <a:t>Query Engine</a:t>
            </a:r>
            <a:endParaRPr lang="ko-KR" altLang="en-US" dirty="0">
              <a:solidFill>
                <a:srgbClr val="17315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21A1E97-8746-4EAE-AE53-E3EBCDAF8E61}"/>
              </a:ext>
            </a:extLst>
          </p:cNvPr>
          <p:cNvSpPr txBox="1"/>
          <p:nvPr/>
        </p:nvSpPr>
        <p:spPr>
          <a:xfrm>
            <a:off x="5632797" y="1247775"/>
            <a:ext cx="9464328" cy="7153275"/>
          </a:xfrm>
          <a:prstGeom prst="roundRect">
            <a:avLst>
              <a:gd name="adj" fmla="val 1291"/>
            </a:avLst>
          </a:prstGeom>
          <a:noFill/>
          <a:ln w="28575">
            <a:solidFill>
              <a:srgbClr val="404756"/>
            </a:solidFill>
            <a:prstDash val="solid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BCE8064-5207-487E-8BE7-7D4549C7A981}"/>
              </a:ext>
            </a:extLst>
          </p:cNvPr>
          <p:cNvSpPr txBox="1"/>
          <p:nvPr/>
        </p:nvSpPr>
        <p:spPr>
          <a:xfrm>
            <a:off x="5722986" y="1324851"/>
            <a:ext cx="9274582" cy="3263685"/>
          </a:xfrm>
          <a:prstGeom prst="rect">
            <a:avLst/>
          </a:prstGeom>
          <a:solidFill>
            <a:srgbClr val="FEECEE"/>
          </a:solidFill>
          <a:ln w="19050">
            <a:solidFill>
              <a:srgbClr val="F2415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AB8D2FA1-60A8-45DE-99FE-AA724F1E1EFE}"/>
              </a:ext>
            </a:extLst>
          </p:cNvPr>
          <p:cNvSpPr txBox="1"/>
          <p:nvPr/>
        </p:nvSpPr>
        <p:spPr>
          <a:xfrm>
            <a:off x="7062232" y="1602354"/>
            <a:ext cx="21230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Conceptual Schema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FE5CE15E-35B7-4A89-B9E2-C77C03B537C4}"/>
              </a:ext>
            </a:extLst>
          </p:cNvPr>
          <p:cNvSpPr txBox="1"/>
          <p:nvPr/>
        </p:nvSpPr>
        <p:spPr>
          <a:xfrm>
            <a:off x="5821495" y="1324851"/>
            <a:ext cx="212305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dirty="0">
                <a:solidFill>
                  <a:srgbClr val="F24158"/>
                </a:solidFill>
                <a:latin typeface="프리젠테이션 7 Bold" pitchFamily="2" charset="-127"/>
                <a:ea typeface="프리젠테이션 7 Bold" pitchFamily="2" charset="-127"/>
              </a:rPr>
              <a:t>Ontology Layer</a:t>
            </a:r>
            <a:endParaRPr lang="ko-KR" altLang="en-US" dirty="0">
              <a:solidFill>
                <a:srgbClr val="F24158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E698EAB-0952-4988-82F2-41DB50894891}"/>
              </a:ext>
            </a:extLst>
          </p:cNvPr>
          <p:cNvSpPr txBox="1"/>
          <p:nvPr/>
        </p:nvSpPr>
        <p:spPr>
          <a:xfrm>
            <a:off x="11647456" y="1602354"/>
            <a:ext cx="21230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Axioms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006F752-62F5-4D9C-A96E-ACB1E7DF9A48}"/>
              </a:ext>
            </a:extLst>
          </p:cNvPr>
          <p:cNvSpPr txBox="1"/>
          <p:nvPr/>
        </p:nvSpPr>
        <p:spPr>
          <a:xfrm>
            <a:off x="5829258" y="1932217"/>
            <a:ext cx="4589000" cy="2575752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04F438AD-E5FC-469E-95C4-82211260BED7}"/>
              </a:ext>
            </a:extLst>
          </p:cNvPr>
          <p:cNvSpPr/>
          <p:nvPr/>
        </p:nvSpPr>
        <p:spPr>
          <a:xfrm>
            <a:off x="6944954" y="2014461"/>
            <a:ext cx="126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8C934A3-0A58-46AA-9028-2E80E3ACFAA7}"/>
              </a:ext>
            </a:extLst>
          </p:cNvPr>
          <p:cNvSpPr txBox="1"/>
          <p:nvPr/>
        </p:nvSpPr>
        <p:spPr>
          <a:xfrm>
            <a:off x="6944954" y="2050461"/>
            <a:ext cx="12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Environment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D3E3154B-3BB2-4E19-8547-BDC31770D14F}"/>
              </a:ext>
            </a:extLst>
          </p:cNvPr>
          <p:cNvSpPr/>
          <p:nvPr/>
        </p:nvSpPr>
        <p:spPr>
          <a:xfrm>
            <a:off x="5898615" y="2291670"/>
            <a:ext cx="900000" cy="36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42E7637-59C5-4EAB-B4C2-849AEE7F5E4C}"/>
              </a:ext>
            </a:extLst>
          </p:cNvPr>
          <p:cNvSpPr txBox="1"/>
          <p:nvPr/>
        </p:nvSpPr>
        <p:spPr>
          <a:xfrm>
            <a:off x="5898615" y="2327670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Building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3" name="타원 232">
            <a:extLst>
              <a:ext uri="{FF2B5EF4-FFF2-40B4-BE49-F238E27FC236}">
                <a16:creationId xmlns:a16="http://schemas.microsoft.com/office/drawing/2014/main" id="{63BEE78E-7761-4827-8C0B-56ACA9BA0C7E}"/>
              </a:ext>
            </a:extLst>
          </p:cNvPr>
          <p:cNvSpPr/>
          <p:nvPr/>
        </p:nvSpPr>
        <p:spPr>
          <a:xfrm>
            <a:off x="6658306" y="2769814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8E43904-C4FE-478E-A075-1C3B122A8269}"/>
              </a:ext>
            </a:extLst>
          </p:cNvPr>
          <p:cNvSpPr txBox="1"/>
          <p:nvPr/>
        </p:nvSpPr>
        <p:spPr>
          <a:xfrm>
            <a:off x="6658306" y="2795926"/>
            <a:ext cx="72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Storey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66CF884F-692F-43EF-B7B3-F2F415D09981}"/>
              </a:ext>
            </a:extLst>
          </p:cNvPr>
          <p:cNvSpPr/>
          <p:nvPr/>
        </p:nvSpPr>
        <p:spPr>
          <a:xfrm>
            <a:off x="7767091" y="2684672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75D7471E-8B08-4499-84A5-B1EC148974B7}"/>
              </a:ext>
            </a:extLst>
          </p:cNvPr>
          <p:cNvSpPr txBox="1"/>
          <p:nvPr/>
        </p:nvSpPr>
        <p:spPr>
          <a:xfrm>
            <a:off x="7767091" y="2720672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Space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FD9FA14D-3ECA-44B3-9A77-1EF2AF61D25C}"/>
              </a:ext>
            </a:extLst>
          </p:cNvPr>
          <p:cNvSpPr/>
          <p:nvPr/>
        </p:nvSpPr>
        <p:spPr>
          <a:xfrm>
            <a:off x="5898615" y="3561167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38D3216-AC73-4ED7-8772-EC6F59996C1A}"/>
              </a:ext>
            </a:extLst>
          </p:cNvPr>
          <p:cNvSpPr txBox="1"/>
          <p:nvPr/>
        </p:nvSpPr>
        <p:spPr>
          <a:xfrm>
            <a:off x="5898615" y="3597167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Door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9629CD8E-7FF7-4495-96BA-B4D5E3210F88}"/>
              </a:ext>
            </a:extLst>
          </p:cNvPr>
          <p:cNvSpPr/>
          <p:nvPr/>
        </p:nvSpPr>
        <p:spPr>
          <a:xfrm>
            <a:off x="6602140" y="4081346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D21F2E8-6468-43AB-829F-4ABC447629BE}"/>
              </a:ext>
            </a:extLst>
          </p:cNvPr>
          <p:cNvSpPr txBox="1"/>
          <p:nvPr/>
        </p:nvSpPr>
        <p:spPr>
          <a:xfrm>
            <a:off x="6602140" y="4117346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Stairs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7079E289-080A-45A8-849B-E4C48DE70D2F}"/>
              </a:ext>
            </a:extLst>
          </p:cNvPr>
          <p:cNvSpPr/>
          <p:nvPr/>
        </p:nvSpPr>
        <p:spPr>
          <a:xfrm>
            <a:off x="7709597" y="3948401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AC44A9A-FFE5-4D4D-90DE-F44DB4A2EE15}"/>
              </a:ext>
            </a:extLst>
          </p:cNvPr>
          <p:cNvSpPr txBox="1"/>
          <p:nvPr/>
        </p:nvSpPr>
        <p:spPr>
          <a:xfrm>
            <a:off x="7709597" y="3984401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Opening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EDA92D07-B729-41E1-BCCD-3BAD8A150EE5}"/>
              </a:ext>
            </a:extLst>
          </p:cNvPr>
          <p:cNvSpPr/>
          <p:nvPr/>
        </p:nvSpPr>
        <p:spPr>
          <a:xfrm>
            <a:off x="8817066" y="4081346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CAF1276A-D661-4F70-A01D-8E85F58BB88D}"/>
              </a:ext>
            </a:extLst>
          </p:cNvPr>
          <p:cNvSpPr txBox="1"/>
          <p:nvPr/>
        </p:nvSpPr>
        <p:spPr>
          <a:xfrm>
            <a:off x="8817066" y="4117346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Robot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9D06DCD2-B9DA-47F3-BCB8-A80E849C5ACE}"/>
              </a:ext>
            </a:extLst>
          </p:cNvPr>
          <p:cNvSpPr/>
          <p:nvPr/>
        </p:nvSpPr>
        <p:spPr>
          <a:xfrm>
            <a:off x="8999571" y="2754278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C31C5848-C97D-414F-A3A8-08602272FEF5}"/>
              </a:ext>
            </a:extLst>
          </p:cNvPr>
          <p:cNvSpPr txBox="1"/>
          <p:nvPr/>
        </p:nvSpPr>
        <p:spPr>
          <a:xfrm>
            <a:off x="8999571" y="2790278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Agent</a:t>
            </a:r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22A25618-0DED-41B6-8E78-FA89BAFF7C4F}"/>
              </a:ext>
            </a:extLst>
          </p:cNvPr>
          <p:cNvSpPr/>
          <p:nvPr/>
        </p:nvSpPr>
        <p:spPr>
          <a:xfrm>
            <a:off x="9283019" y="2235767"/>
            <a:ext cx="108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9C3BADF-1E97-473C-911E-79B16E5DFE47}"/>
              </a:ext>
            </a:extLst>
          </p:cNvPr>
          <p:cNvSpPr txBox="1"/>
          <p:nvPr/>
        </p:nvSpPr>
        <p:spPr>
          <a:xfrm>
            <a:off x="9283019" y="2271767"/>
            <a:ext cx="10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Affordance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5C12B2AF-859A-4B78-B64C-503AB58043F3}"/>
              </a:ext>
            </a:extLst>
          </p:cNvPr>
          <p:cNvSpPr/>
          <p:nvPr/>
        </p:nvSpPr>
        <p:spPr>
          <a:xfrm>
            <a:off x="8421849" y="2014461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5D6A9DA8-33E6-4D06-A450-53EA559325AD}"/>
              </a:ext>
            </a:extLst>
          </p:cNvPr>
          <p:cNvSpPr txBox="1"/>
          <p:nvPr/>
        </p:nvSpPr>
        <p:spPr>
          <a:xfrm>
            <a:off x="8421849" y="2050461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Object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A1F26620-0076-4B6E-9552-89D18DEDFECD}"/>
              </a:ext>
            </a:extLst>
          </p:cNvPr>
          <p:cNvSpPr/>
          <p:nvPr/>
        </p:nvSpPr>
        <p:spPr>
          <a:xfrm>
            <a:off x="9463019" y="3608190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F7D3EDF-5D18-4D7C-9A2B-C61FCAB7F3C3}"/>
              </a:ext>
            </a:extLst>
          </p:cNvPr>
          <p:cNvSpPr txBox="1"/>
          <p:nvPr/>
        </p:nvSpPr>
        <p:spPr>
          <a:xfrm>
            <a:off x="9463019" y="3644190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Human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0B6E0CC5-14A4-40DC-9262-F124F7B21E00}"/>
              </a:ext>
            </a:extLst>
          </p:cNvPr>
          <p:cNvSpPr/>
          <p:nvPr/>
        </p:nvSpPr>
        <p:spPr>
          <a:xfrm>
            <a:off x="8142380" y="3326397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CD2D7B1-19A2-4230-86F7-3ECD5FC20BAA}"/>
              </a:ext>
            </a:extLst>
          </p:cNvPr>
          <p:cNvSpPr txBox="1"/>
          <p:nvPr/>
        </p:nvSpPr>
        <p:spPr>
          <a:xfrm>
            <a:off x="8142380" y="3362397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Artifact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44A10D67-CA27-4BB5-9BD6-E00FC62A1C35}"/>
              </a:ext>
            </a:extLst>
          </p:cNvPr>
          <p:cNvSpPr/>
          <p:nvPr/>
        </p:nvSpPr>
        <p:spPr>
          <a:xfrm>
            <a:off x="7094235" y="3303127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B34F077-B4CF-4F6C-B963-B5DC7EFDADCD}"/>
              </a:ext>
            </a:extLst>
          </p:cNvPr>
          <p:cNvSpPr txBox="1"/>
          <p:nvPr/>
        </p:nvSpPr>
        <p:spPr>
          <a:xfrm>
            <a:off x="7094235" y="3339127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Portal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C2E58E6C-5C31-4384-9E4C-C58A99D8F435}"/>
              </a:ext>
            </a:extLst>
          </p:cNvPr>
          <p:cNvCxnSpPr>
            <a:cxnSpLocks/>
            <a:stCxn id="230" idx="7"/>
            <a:endCxn id="229" idx="1"/>
          </p:cNvCxnSpPr>
          <p:nvPr/>
        </p:nvCxnSpPr>
        <p:spPr>
          <a:xfrm flipV="1">
            <a:off x="6666813" y="2194461"/>
            <a:ext cx="278141" cy="149930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81D43A13-F4C9-4D72-AAD5-08A92C3F5918}"/>
              </a:ext>
            </a:extLst>
          </p:cNvPr>
          <p:cNvSpPr txBox="1"/>
          <p:nvPr/>
        </p:nvSpPr>
        <p:spPr>
          <a:xfrm>
            <a:off x="6494954" y="2115309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66FA35BF-159B-44C0-A5A1-0C719F7DD209}"/>
              </a:ext>
            </a:extLst>
          </p:cNvPr>
          <p:cNvCxnSpPr>
            <a:cxnSpLocks/>
            <a:stCxn id="233" idx="0"/>
            <a:endCxn id="227" idx="3"/>
          </p:cNvCxnSpPr>
          <p:nvPr/>
        </p:nvCxnSpPr>
        <p:spPr>
          <a:xfrm flipV="1">
            <a:off x="7018306" y="2321740"/>
            <a:ext cx="111171" cy="448074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49594B85-F1BE-4783-97EC-73572BD9E3C3}"/>
              </a:ext>
            </a:extLst>
          </p:cNvPr>
          <p:cNvCxnSpPr>
            <a:cxnSpLocks/>
            <a:stCxn id="235" idx="0"/>
            <a:endCxn id="227" idx="5"/>
          </p:cNvCxnSpPr>
          <p:nvPr/>
        </p:nvCxnSpPr>
        <p:spPr>
          <a:xfrm flipH="1" flipV="1">
            <a:off x="8020431" y="2321740"/>
            <a:ext cx="106660" cy="362932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50CC4F1F-AE68-4F4F-A2E7-0E4D11CFAD37}"/>
              </a:ext>
            </a:extLst>
          </p:cNvPr>
          <p:cNvCxnSpPr>
            <a:cxnSpLocks/>
            <a:stCxn id="257" idx="0"/>
            <a:endCxn id="227" idx="4"/>
          </p:cNvCxnSpPr>
          <p:nvPr/>
        </p:nvCxnSpPr>
        <p:spPr>
          <a:xfrm flipV="1">
            <a:off x="7454235" y="2374461"/>
            <a:ext cx="120719" cy="928666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21AB7EB4-D0DE-464F-96B6-AAAE9E644F93}"/>
              </a:ext>
            </a:extLst>
          </p:cNvPr>
          <p:cNvCxnSpPr>
            <a:cxnSpLocks/>
            <a:stCxn id="241" idx="1"/>
            <a:endCxn id="257" idx="5"/>
          </p:cNvCxnSpPr>
          <p:nvPr/>
        </p:nvCxnSpPr>
        <p:spPr>
          <a:xfrm flipH="1" flipV="1">
            <a:off x="7708793" y="3610406"/>
            <a:ext cx="132606" cy="390716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화살표 연결선 264">
            <a:extLst>
              <a:ext uri="{FF2B5EF4-FFF2-40B4-BE49-F238E27FC236}">
                <a16:creationId xmlns:a16="http://schemas.microsoft.com/office/drawing/2014/main" id="{86BFEA29-CB9F-4881-A813-ACB8D383BB9E}"/>
              </a:ext>
            </a:extLst>
          </p:cNvPr>
          <p:cNvCxnSpPr>
            <a:cxnSpLocks/>
            <a:stCxn id="239" idx="0"/>
            <a:endCxn id="257" idx="3"/>
          </p:cNvCxnSpPr>
          <p:nvPr/>
        </p:nvCxnSpPr>
        <p:spPr>
          <a:xfrm flipV="1">
            <a:off x="6962140" y="3610406"/>
            <a:ext cx="237537" cy="470940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5C44EAE5-44CD-43A8-9AD9-B014710D7A6F}"/>
              </a:ext>
            </a:extLst>
          </p:cNvPr>
          <p:cNvCxnSpPr>
            <a:cxnSpLocks/>
            <a:stCxn id="238" idx="3"/>
            <a:endCxn id="258" idx="1"/>
          </p:cNvCxnSpPr>
          <p:nvPr/>
        </p:nvCxnSpPr>
        <p:spPr>
          <a:xfrm flipV="1">
            <a:off x="6618615" y="3483127"/>
            <a:ext cx="475620" cy="258040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FB436C8E-E0D0-4920-A2F0-50E851F30EB3}"/>
              </a:ext>
            </a:extLst>
          </p:cNvPr>
          <p:cNvCxnSpPr>
            <a:cxnSpLocks/>
            <a:stCxn id="254" idx="0"/>
            <a:endCxn id="250" idx="4"/>
          </p:cNvCxnSpPr>
          <p:nvPr/>
        </p:nvCxnSpPr>
        <p:spPr>
          <a:xfrm flipV="1">
            <a:off x="8592380" y="2374461"/>
            <a:ext cx="189469" cy="951936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화살표 연결선 267">
            <a:extLst>
              <a:ext uri="{FF2B5EF4-FFF2-40B4-BE49-F238E27FC236}">
                <a16:creationId xmlns:a16="http://schemas.microsoft.com/office/drawing/2014/main" id="{9C278FA1-9472-445E-95B1-8EDA96134698}"/>
              </a:ext>
            </a:extLst>
          </p:cNvPr>
          <p:cNvCxnSpPr>
            <a:cxnSpLocks/>
            <a:stCxn id="246" idx="0"/>
            <a:endCxn id="250" idx="5"/>
          </p:cNvCxnSpPr>
          <p:nvPr/>
        </p:nvCxnSpPr>
        <p:spPr>
          <a:xfrm flipH="1" flipV="1">
            <a:off x="9036407" y="2321740"/>
            <a:ext cx="323164" cy="432538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B21349F1-A16D-4997-98DA-B0A1D8CC4E0C}"/>
              </a:ext>
            </a:extLst>
          </p:cNvPr>
          <p:cNvCxnSpPr>
            <a:cxnSpLocks/>
            <a:stCxn id="243" idx="0"/>
            <a:endCxn id="246" idx="4"/>
          </p:cNvCxnSpPr>
          <p:nvPr/>
        </p:nvCxnSpPr>
        <p:spPr>
          <a:xfrm flipV="1">
            <a:off x="9177066" y="3114278"/>
            <a:ext cx="182505" cy="967068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0D1F674F-F7D3-4129-BBE5-7FE65FA512CB}"/>
              </a:ext>
            </a:extLst>
          </p:cNvPr>
          <p:cNvCxnSpPr>
            <a:cxnSpLocks/>
            <a:stCxn id="252" idx="0"/>
            <a:endCxn id="246" idx="5"/>
          </p:cNvCxnSpPr>
          <p:nvPr/>
        </p:nvCxnSpPr>
        <p:spPr>
          <a:xfrm flipH="1" flipV="1">
            <a:off x="9614129" y="3061557"/>
            <a:ext cx="298890" cy="546633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056C10DF-DD61-45F5-993C-205AD83B5358}"/>
              </a:ext>
            </a:extLst>
          </p:cNvPr>
          <p:cNvSpPr txBox="1"/>
          <p:nvPr/>
        </p:nvSpPr>
        <p:spPr>
          <a:xfrm>
            <a:off x="12733980" y="3067969"/>
            <a:ext cx="2160001" cy="1440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2EAFEDE0-FE45-4974-8554-60EA6CEA5E99}"/>
              </a:ext>
            </a:extLst>
          </p:cNvPr>
          <p:cNvSpPr txBox="1"/>
          <p:nvPr/>
        </p:nvSpPr>
        <p:spPr>
          <a:xfrm flipV="1">
            <a:off x="10528827" y="3067969"/>
            <a:ext cx="2160001" cy="1440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6F5CA7C-7909-411A-BF01-FDF7EB791126}"/>
              </a:ext>
            </a:extLst>
          </p:cNvPr>
          <p:cNvSpPr txBox="1"/>
          <p:nvPr/>
        </p:nvSpPr>
        <p:spPr>
          <a:xfrm>
            <a:off x="12733980" y="1932216"/>
            <a:ext cx="2160001" cy="1080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B1A955DB-C508-469A-B18D-C2A4E6463235}"/>
              </a:ext>
            </a:extLst>
          </p:cNvPr>
          <p:cNvSpPr txBox="1"/>
          <p:nvPr/>
        </p:nvSpPr>
        <p:spPr>
          <a:xfrm>
            <a:off x="10528827" y="1932216"/>
            <a:ext cx="2160001" cy="1080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039B6AAA-6AA1-4869-B6FA-4726284146B4}"/>
              </a:ext>
            </a:extLst>
          </p:cNvPr>
          <p:cNvSpPr/>
          <p:nvPr/>
        </p:nvSpPr>
        <p:spPr>
          <a:xfrm>
            <a:off x="14046959" y="3374678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96D0DCB-3FE9-43A9-9FD7-97018DBAB4FD}"/>
              </a:ext>
            </a:extLst>
          </p:cNvPr>
          <p:cNvSpPr txBox="1"/>
          <p:nvPr/>
        </p:nvSpPr>
        <p:spPr>
          <a:xfrm>
            <a:off x="14046959" y="3410678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Space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78" name="타원 277">
            <a:extLst>
              <a:ext uri="{FF2B5EF4-FFF2-40B4-BE49-F238E27FC236}">
                <a16:creationId xmlns:a16="http://schemas.microsoft.com/office/drawing/2014/main" id="{357D6ABF-8F76-4B24-B9C0-E16ADD2D60D6}"/>
              </a:ext>
            </a:extLst>
          </p:cNvPr>
          <p:cNvSpPr/>
          <p:nvPr/>
        </p:nvSpPr>
        <p:spPr>
          <a:xfrm>
            <a:off x="13518865" y="4100448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47F949EC-F026-4F3E-AA99-F14A47828A9C}"/>
              </a:ext>
            </a:extLst>
          </p:cNvPr>
          <p:cNvSpPr txBox="1"/>
          <p:nvPr/>
        </p:nvSpPr>
        <p:spPr>
          <a:xfrm>
            <a:off x="13518865" y="4136448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Artifact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6D01DFC3-DE25-4471-87C2-E36BC84804B0}"/>
              </a:ext>
            </a:extLst>
          </p:cNvPr>
          <p:cNvSpPr txBox="1"/>
          <p:nvPr/>
        </p:nvSpPr>
        <p:spPr>
          <a:xfrm>
            <a:off x="10528827" y="3067969"/>
            <a:ext cx="216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Transitive property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EE6C7E82-60B1-4A9A-9E2F-B6B815EC6348}"/>
              </a:ext>
            </a:extLst>
          </p:cNvPr>
          <p:cNvSpPr txBox="1"/>
          <p:nvPr/>
        </p:nvSpPr>
        <p:spPr>
          <a:xfrm>
            <a:off x="12733980" y="1932216"/>
            <a:ext cx="216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Inverse property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75013F24-5664-491E-B1E3-E28D0279FAE3}"/>
              </a:ext>
            </a:extLst>
          </p:cNvPr>
          <p:cNvSpPr txBox="1"/>
          <p:nvPr/>
        </p:nvSpPr>
        <p:spPr>
          <a:xfrm>
            <a:off x="10528827" y="1932216"/>
            <a:ext cx="216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Symmetric property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19AFEE46-12A2-47BF-B6D9-98106E0412AC}"/>
              </a:ext>
            </a:extLst>
          </p:cNvPr>
          <p:cNvSpPr txBox="1"/>
          <p:nvPr/>
        </p:nvSpPr>
        <p:spPr>
          <a:xfrm>
            <a:off x="12733980" y="3067969"/>
            <a:ext cx="216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Property chain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F9080D16-B5A5-4584-90B8-136C25C92280}"/>
              </a:ext>
            </a:extLst>
          </p:cNvPr>
          <p:cNvSpPr/>
          <p:nvPr/>
        </p:nvSpPr>
        <p:spPr>
          <a:xfrm>
            <a:off x="10782890" y="3363907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0841E8D-0FE3-465D-A61A-BC5926E64FDC}"/>
              </a:ext>
            </a:extLst>
          </p:cNvPr>
          <p:cNvSpPr txBox="1"/>
          <p:nvPr/>
        </p:nvSpPr>
        <p:spPr>
          <a:xfrm>
            <a:off x="10782890" y="3399907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Artifact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313F5F1E-9B46-45C3-93E8-AE7B1763A38B}"/>
              </a:ext>
            </a:extLst>
          </p:cNvPr>
          <p:cNvSpPr/>
          <p:nvPr/>
        </p:nvSpPr>
        <p:spPr>
          <a:xfrm>
            <a:off x="10662619" y="3925292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3007BA5-893B-4045-BBBC-C528A055AF91}"/>
              </a:ext>
            </a:extLst>
          </p:cNvPr>
          <p:cNvSpPr txBox="1"/>
          <p:nvPr/>
        </p:nvSpPr>
        <p:spPr>
          <a:xfrm>
            <a:off x="10662619" y="3961292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Artifact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8676C0E7-CA92-49FD-B24B-1946D6DD580F}"/>
              </a:ext>
            </a:extLst>
          </p:cNvPr>
          <p:cNvSpPr/>
          <p:nvPr/>
        </p:nvSpPr>
        <p:spPr>
          <a:xfrm>
            <a:off x="11734952" y="4092600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8F7A2C62-B7EB-40D4-8C2C-D7D8E17ACBF2}"/>
              </a:ext>
            </a:extLst>
          </p:cNvPr>
          <p:cNvSpPr/>
          <p:nvPr/>
        </p:nvSpPr>
        <p:spPr>
          <a:xfrm>
            <a:off x="12798865" y="3545927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86AFFBD-67C6-434A-AB0C-99D93F7F4C36}"/>
              </a:ext>
            </a:extLst>
          </p:cNvPr>
          <p:cNvSpPr txBox="1"/>
          <p:nvPr/>
        </p:nvSpPr>
        <p:spPr>
          <a:xfrm>
            <a:off x="12798865" y="3581927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Robot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0D1610D7-F5AF-49AE-A890-AA4EF1E41704}"/>
              </a:ext>
            </a:extLst>
          </p:cNvPr>
          <p:cNvCxnSpPr>
            <a:cxnSpLocks/>
            <a:endCxn id="288" idx="0"/>
          </p:cNvCxnSpPr>
          <p:nvPr/>
        </p:nvCxnSpPr>
        <p:spPr>
          <a:xfrm flipH="1">
            <a:off x="11112619" y="3725927"/>
            <a:ext cx="66118" cy="199365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화살표 연결선 293">
            <a:extLst>
              <a:ext uri="{FF2B5EF4-FFF2-40B4-BE49-F238E27FC236}">
                <a16:creationId xmlns:a16="http://schemas.microsoft.com/office/drawing/2014/main" id="{3F8AE16E-8E67-494B-9E27-C1C16A7F211A}"/>
              </a:ext>
            </a:extLst>
          </p:cNvPr>
          <p:cNvCxnSpPr>
            <a:cxnSpLocks/>
            <a:endCxn id="296" idx="1"/>
          </p:cNvCxnSpPr>
          <p:nvPr/>
        </p:nvCxnSpPr>
        <p:spPr>
          <a:xfrm>
            <a:off x="11492958" y="4207432"/>
            <a:ext cx="241994" cy="65168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4CC6DBED-6699-4616-9EA6-A56A5F7DA4B3}"/>
              </a:ext>
            </a:extLst>
          </p:cNvPr>
          <p:cNvCxnSpPr>
            <a:cxnSpLocks/>
            <a:stCxn id="286" idx="5"/>
            <a:endCxn id="290" idx="1"/>
          </p:cNvCxnSpPr>
          <p:nvPr/>
        </p:nvCxnSpPr>
        <p:spPr>
          <a:xfrm>
            <a:off x="11551088" y="3671186"/>
            <a:ext cx="315666" cy="474135"/>
          </a:xfrm>
          <a:prstGeom prst="straightConnector1">
            <a:avLst/>
          </a:prstGeom>
          <a:ln>
            <a:solidFill>
              <a:srgbClr val="F241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9F1B39F5-1C6F-49EB-BB6E-FD5CB10FBB5C}"/>
              </a:ext>
            </a:extLst>
          </p:cNvPr>
          <p:cNvSpPr txBox="1"/>
          <p:nvPr/>
        </p:nvSpPr>
        <p:spPr>
          <a:xfrm>
            <a:off x="11734952" y="4128600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Artifact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FE01BC22-EAF2-4400-A42D-CCF004B05DD3}"/>
              </a:ext>
            </a:extLst>
          </p:cNvPr>
          <p:cNvCxnSpPr>
            <a:cxnSpLocks/>
            <a:stCxn id="291" idx="6"/>
            <a:endCxn id="275" idx="2"/>
          </p:cNvCxnSpPr>
          <p:nvPr/>
        </p:nvCxnSpPr>
        <p:spPr>
          <a:xfrm flipV="1">
            <a:off x="13518865" y="3554678"/>
            <a:ext cx="528094" cy="171249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>
            <a:extLst>
              <a:ext uri="{FF2B5EF4-FFF2-40B4-BE49-F238E27FC236}">
                <a16:creationId xmlns:a16="http://schemas.microsoft.com/office/drawing/2014/main" id="{1B660DB0-2196-433C-B0DA-5CCF9C175A61}"/>
              </a:ext>
            </a:extLst>
          </p:cNvPr>
          <p:cNvCxnSpPr>
            <a:cxnSpLocks/>
            <a:stCxn id="291" idx="5"/>
            <a:endCxn id="278" idx="1"/>
          </p:cNvCxnSpPr>
          <p:nvPr/>
        </p:nvCxnSpPr>
        <p:spPr>
          <a:xfrm>
            <a:off x="13413423" y="3853206"/>
            <a:ext cx="237244" cy="299963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화살표 연결선 298">
            <a:extLst>
              <a:ext uri="{FF2B5EF4-FFF2-40B4-BE49-F238E27FC236}">
                <a16:creationId xmlns:a16="http://schemas.microsoft.com/office/drawing/2014/main" id="{D96451FC-2AD8-449F-8817-0913DF7829F6}"/>
              </a:ext>
            </a:extLst>
          </p:cNvPr>
          <p:cNvCxnSpPr>
            <a:cxnSpLocks/>
            <a:stCxn id="278" idx="0"/>
            <a:endCxn id="275" idx="3"/>
          </p:cNvCxnSpPr>
          <p:nvPr/>
        </p:nvCxnSpPr>
        <p:spPr>
          <a:xfrm flipV="1">
            <a:off x="13968865" y="3681957"/>
            <a:ext cx="183536" cy="418491"/>
          </a:xfrm>
          <a:prstGeom prst="straightConnector1">
            <a:avLst/>
          </a:prstGeom>
          <a:ln>
            <a:solidFill>
              <a:srgbClr val="F241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5E6016CA-E7AB-41A9-9B94-67EF65FFC1F5}"/>
              </a:ext>
            </a:extLst>
          </p:cNvPr>
          <p:cNvSpPr txBox="1"/>
          <p:nvPr/>
        </p:nvSpPr>
        <p:spPr>
          <a:xfrm>
            <a:off x="11068827" y="2250900"/>
            <a:ext cx="108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isConnectedTo</a:t>
            </a:r>
            <a:endParaRPr lang="ko-KR" altLang="en-US" sz="105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3B1D771A-41B2-4DBC-BCBF-6AE1FB50C4AF}"/>
              </a:ext>
            </a:extLst>
          </p:cNvPr>
          <p:cNvSpPr txBox="1"/>
          <p:nvPr/>
        </p:nvSpPr>
        <p:spPr>
          <a:xfrm>
            <a:off x="13191430" y="2250900"/>
            <a:ext cx="108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hasArtifact</a:t>
            </a:r>
            <a:endParaRPr lang="ko-KR" altLang="en-US" sz="105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59FF6C3-78F8-4A8A-97CB-C92DA63455E5}"/>
              </a:ext>
            </a:extLst>
          </p:cNvPr>
          <p:cNvSpPr txBox="1"/>
          <p:nvPr/>
        </p:nvSpPr>
        <p:spPr>
          <a:xfrm>
            <a:off x="13191430" y="2786045"/>
            <a:ext cx="108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05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7CEDD60-9E0B-433A-A82B-7B9355CA9E5F}"/>
              </a:ext>
            </a:extLst>
          </p:cNvPr>
          <p:cNvSpPr txBox="1"/>
          <p:nvPr/>
        </p:nvSpPr>
        <p:spPr>
          <a:xfrm>
            <a:off x="11068827" y="2786045"/>
            <a:ext cx="108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isConnectedTo</a:t>
            </a:r>
            <a:endParaRPr lang="ko-KR" altLang="en-US" sz="105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88B6A02F-846A-49AD-9B04-F215D8206D88}"/>
              </a:ext>
            </a:extLst>
          </p:cNvPr>
          <p:cNvSpPr txBox="1"/>
          <p:nvPr/>
        </p:nvSpPr>
        <p:spPr>
          <a:xfrm>
            <a:off x="11076982" y="4284641"/>
            <a:ext cx="72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contains</a:t>
            </a:r>
            <a:endParaRPr lang="ko-KR" altLang="en-US" sz="105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90C780D2-922E-45FE-A8EF-24AC6047DD60}"/>
              </a:ext>
            </a:extLst>
          </p:cNvPr>
          <p:cNvSpPr txBox="1"/>
          <p:nvPr/>
        </p:nvSpPr>
        <p:spPr>
          <a:xfrm>
            <a:off x="11630567" y="3755597"/>
            <a:ext cx="72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contains</a:t>
            </a:r>
            <a:endParaRPr lang="ko-KR" altLang="en-US" sz="105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5B2E985-9BF0-4DD8-8D1D-3F06D5E8076C}"/>
              </a:ext>
            </a:extLst>
          </p:cNvPr>
          <p:cNvSpPr txBox="1"/>
          <p:nvPr/>
        </p:nvSpPr>
        <p:spPr>
          <a:xfrm>
            <a:off x="12930894" y="3946485"/>
            <a:ext cx="72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carries</a:t>
            </a:r>
            <a:endParaRPr lang="ko-KR" altLang="en-US" sz="105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E01A4EEF-564C-4C31-992B-C7239FB55BB5}"/>
              </a:ext>
            </a:extLst>
          </p:cNvPr>
          <p:cNvSpPr txBox="1"/>
          <p:nvPr/>
        </p:nvSpPr>
        <p:spPr>
          <a:xfrm>
            <a:off x="13302924" y="3374917"/>
            <a:ext cx="72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05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1B313BF2-B8F7-4F74-B4FB-FCA093DE8B10}"/>
              </a:ext>
            </a:extLst>
          </p:cNvPr>
          <p:cNvSpPr txBox="1"/>
          <p:nvPr/>
        </p:nvSpPr>
        <p:spPr>
          <a:xfrm>
            <a:off x="14046959" y="3835691"/>
            <a:ext cx="72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05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B3933AD3-4C3A-4188-9647-313333173922}"/>
              </a:ext>
            </a:extLst>
          </p:cNvPr>
          <p:cNvSpPr/>
          <p:nvPr/>
        </p:nvSpPr>
        <p:spPr>
          <a:xfrm>
            <a:off x="12795291" y="2424855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CB516F8-C401-429C-BDD5-62FBC29CC265}"/>
              </a:ext>
            </a:extLst>
          </p:cNvPr>
          <p:cNvSpPr txBox="1"/>
          <p:nvPr/>
        </p:nvSpPr>
        <p:spPr>
          <a:xfrm>
            <a:off x="12795291" y="2460855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Space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2B467980-06A8-4CF8-B963-B4CB746465FA}"/>
              </a:ext>
            </a:extLst>
          </p:cNvPr>
          <p:cNvSpPr/>
          <p:nvPr/>
        </p:nvSpPr>
        <p:spPr>
          <a:xfrm>
            <a:off x="13932670" y="2424855"/>
            <a:ext cx="90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5D66B044-66D8-45BC-A378-87E93744EF54}"/>
              </a:ext>
            </a:extLst>
          </p:cNvPr>
          <p:cNvSpPr txBox="1"/>
          <p:nvPr/>
        </p:nvSpPr>
        <p:spPr>
          <a:xfrm>
            <a:off x="13932670" y="2460855"/>
            <a:ext cx="9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Artifact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313" name="직선 화살표 연결선 312">
            <a:extLst>
              <a:ext uri="{FF2B5EF4-FFF2-40B4-BE49-F238E27FC236}">
                <a16:creationId xmlns:a16="http://schemas.microsoft.com/office/drawing/2014/main" id="{AF5D11B2-6B34-4903-906B-519F08D1265E}"/>
              </a:ext>
            </a:extLst>
          </p:cNvPr>
          <p:cNvCxnSpPr>
            <a:cxnSpLocks/>
          </p:cNvCxnSpPr>
          <p:nvPr/>
        </p:nvCxnSpPr>
        <p:spPr>
          <a:xfrm>
            <a:off x="13515291" y="2652475"/>
            <a:ext cx="417379" cy="0"/>
          </a:xfrm>
          <a:prstGeom prst="straightConnector1">
            <a:avLst/>
          </a:prstGeom>
          <a:ln>
            <a:solidFill>
              <a:srgbClr val="F24158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화살표 연결선 313">
            <a:extLst>
              <a:ext uri="{FF2B5EF4-FFF2-40B4-BE49-F238E27FC236}">
                <a16:creationId xmlns:a16="http://schemas.microsoft.com/office/drawing/2014/main" id="{3FB9DED2-EDAF-451C-9C0B-605A06631EE1}"/>
              </a:ext>
            </a:extLst>
          </p:cNvPr>
          <p:cNvCxnSpPr>
            <a:cxnSpLocks/>
          </p:cNvCxnSpPr>
          <p:nvPr/>
        </p:nvCxnSpPr>
        <p:spPr>
          <a:xfrm>
            <a:off x="13515291" y="2557235"/>
            <a:ext cx="417379" cy="0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타원 314">
            <a:extLst>
              <a:ext uri="{FF2B5EF4-FFF2-40B4-BE49-F238E27FC236}">
                <a16:creationId xmlns:a16="http://schemas.microsoft.com/office/drawing/2014/main" id="{835046EB-FAC5-4BCE-A278-683A189C8387}"/>
              </a:ext>
            </a:extLst>
          </p:cNvPr>
          <p:cNvSpPr/>
          <p:nvPr/>
        </p:nvSpPr>
        <p:spPr>
          <a:xfrm>
            <a:off x="10627326" y="2424855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5841A35-12CD-4634-95E5-DFCDEC01AD87}"/>
              </a:ext>
            </a:extLst>
          </p:cNvPr>
          <p:cNvSpPr txBox="1"/>
          <p:nvPr/>
        </p:nvSpPr>
        <p:spPr>
          <a:xfrm>
            <a:off x="10627326" y="2460855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Space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1B3F2DAC-AC20-4280-AF72-04D6146F0CE0}"/>
              </a:ext>
            </a:extLst>
          </p:cNvPr>
          <p:cNvSpPr/>
          <p:nvPr/>
        </p:nvSpPr>
        <p:spPr>
          <a:xfrm>
            <a:off x="11870328" y="2424855"/>
            <a:ext cx="720000" cy="360000"/>
          </a:xfrm>
          <a:prstGeom prst="ellipse">
            <a:avLst/>
          </a:prstGeom>
          <a:solidFill>
            <a:srgbClr val="F0F1F2"/>
          </a:solidFill>
          <a:ln w="28575">
            <a:solidFill>
              <a:srgbClr val="4047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9952C6CD-9333-4A38-B1B7-C06F771504E5}"/>
              </a:ext>
            </a:extLst>
          </p:cNvPr>
          <p:cNvSpPr txBox="1"/>
          <p:nvPr/>
        </p:nvSpPr>
        <p:spPr>
          <a:xfrm>
            <a:off x="11870328" y="2460855"/>
            <a:ext cx="7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Space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319" name="직선 화살표 연결선 318">
            <a:extLst>
              <a:ext uri="{FF2B5EF4-FFF2-40B4-BE49-F238E27FC236}">
                <a16:creationId xmlns:a16="http://schemas.microsoft.com/office/drawing/2014/main" id="{04AC8ADB-02D8-4FDF-901B-F1204CF6B1CC}"/>
              </a:ext>
            </a:extLst>
          </p:cNvPr>
          <p:cNvCxnSpPr>
            <a:cxnSpLocks/>
          </p:cNvCxnSpPr>
          <p:nvPr/>
        </p:nvCxnSpPr>
        <p:spPr>
          <a:xfrm>
            <a:off x="11347326" y="2652475"/>
            <a:ext cx="523002" cy="0"/>
          </a:xfrm>
          <a:prstGeom prst="straightConnector1">
            <a:avLst/>
          </a:prstGeom>
          <a:ln>
            <a:solidFill>
              <a:srgbClr val="F24158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화살표 연결선 319">
            <a:extLst>
              <a:ext uri="{FF2B5EF4-FFF2-40B4-BE49-F238E27FC236}">
                <a16:creationId xmlns:a16="http://schemas.microsoft.com/office/drawing/2014/main" id="{2B013AB3-EEBE-41B1-85B8-B3283F49B8A3}"/>
              </a:ext>
            </a:extLst>
          </p:cNvPr>
          <p:cNvCxnSpPr>
            <a:cxnSpLocks/>
          </p:cNvCxnSpPr>
          <p:nvPr/>
        </p:nvCxnSpPr>
        <p:spPr>
          <a:xfrm>
            <a:off x="11347326" y="2557235"/>
            <a:ext cx="523002" cy="0"/>
          </a:xfrm>
          <a:prstGeom prst="straightConnector1">
            <a:avLst/>
          </a:prstGeom>
          <a:ln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BEBA24D9-C673-4B0C-961B-0FC6EC9720C4}"/>
              </a:ext>
            </a:extLst>
          </p:cNvPr>
          <p:cNvSpPr txBox="1"/>
          <p:nvPr/>
        </p:nvSpPr>
        <p:spPr>
          <a:xfrm>
            <a:off x="7036856" y="2537666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580CBD94-7C33-4A1E-B9CD-59C9C3D2FAF0}"/>
              </a:ext>
            </a:extLst>
          </p:cNvPr>
          <p:cNvSpPr txBox="1"/>
          <p:nvPr/>
        </p:nvSpPr>
        <p:spPr>
          <a:xfrm>
            <a:off x="7043275" y="3831845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8017F144-12FE-4282-BCAD-C76A94677E9A}"/>
              </a:ext>
            </a:extLst>
          </p:cNvPr>
          <p:cNvSpPr txBox="1"/>
          <p:nvPr/>
        </p:nvSpPr>
        <p:spPr>
          <a:xfrm>
            <a:off x="8074370" y="2419408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572456C0-77A2-45E6-9454-A889D2348BC6}"/>
              </a:ext>
            </a:extLst>
          </p:cNvPr>
          <p:cNvSpPr txBox="1"/>
          <p:nvPr/>
        </p:nvSpPr>
        <p:spPr>
          <a:xfrm>
            <a:off x="6577110" y="3428135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B7D2067-CB5A-46AA-B26F-EF9282448E5F}"/>
              </a:ext>
            </a:extLst>
          </p:cNvPr>
          <p:cNvSpPr txBox="1"/>
          <p:nvPr/>
        </p:nvSpPr>
        <p:spPr>
          <a:xfrm>
            <a:off x="7768385" y="3692525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5667F532-F40F-4B76-A426-3E0E3B1E63D0}"/>
              </a:ext>
            </a:extLst>
          </p:cNvPr>
          <p:cNvSpPr txBox="1"/>
          <p:nvPr/>
        </p:nvSpPr>
        <p:spPr>
          <a:xfrm>
            <a:off x="7476976" y="3023083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C978B157-F71F-4FD1-8A7D-1AA168A8613C}"/>
              </a:ext>
            </a:extLst>
          </p:cNvPr>
          <p:cNvSpPr txBox="1"/>
          <p:nvPr/>
        </p:nvSpPr>
        <p:spPr>
          <a:xfrm>
            <a:off x="8621777" y="2992188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22FFB0B-8AD8-4432-BBBA-34C32BBFFAD7}"/>
              </a:ext>
            </a:extLst>
          </p:cNvPr>
          <p:cNvSpPr txBox="1"/>
          <p:nvPr/>
        </p:nvSpPr>
        <p:spPr>
          <a:xfrm>
            <a:off x="8882495" y="2523111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AFE226B9-25DA-4901-89AE-8CC199FC1AD6}"/>
              </a:ext>
            </a:extLst>
          </p:cNvPr>
          <p:cNvSpPr txBox="1"/>
          <p:nvPr/>
        </p:nvSpPr>
        <p:spPr>
          <a:xfrm>
            <a:off x="8886689" y="3712496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592AE4BF-21C7-4B21-B94D-EB0CCAD1ABA6}"/>
              </a:ext>
            </a:extLst>
          </p:cNvPr>
          <p:cNvSpPr txBox="1"/>
          <p:nvPr/>
        </p:nvSpPr>
        <p:spPr>
          <a:xfrm>
            <a:off x="9753510" y="3237557"/>
            <a:ext cx="36000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is-a</a:t>
            </a:r>
            <a:endParaRPr lang="ko-KR" altLang="en-US" sz="110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01CE4999-8D08-4436-A938-56AD70C17694}"/>
              </a:ext>
            </a:extLst>
          </p:cNvPr>
          <p:cNvSpPr txBox="1"/>
          <p:nvPr/>
        </p:nvSpPr>
        <p:spPr>
          <a:xfrm>
            <a:off x="5721577" y="4672867"/>
            <a:ext cx="7755345" cy="1704286"/>
          </a:xfrm>
          <a:prstGeom prst="rect">
            <a:avLst/>
          </a:prstGeom>
          <a:solidFill>
            <a:srgbClr val="EDF3F8"/>
          </a:solidFill>
          <a:ln w="19050">
            <a:solidFill>
              <a:srgbClr val="0074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AFFF24F-F666-4E65-B159-3023810F5D5D}"/>
              </a:ext>
            </a:extLst>
          </p:cNvPr>
          <p:cNvSpPr txBox="1"/>
          <p:nvPr/>
        </p:nvSpPr>
        <p:spPr>
          <a:xfrm>
            <a:off x="5821495" y="4668201"/>
            <a:ext cx="212305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Static Layer</a:t>
            </a:r>
            <a:endParaRPr lang="ko-KR" altLang="en-US" dirty="0">
              <a:solidFill>
                <a:srgbClr val="0074E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A593224E-0531-415E-917A-C635020F2D5E}"/>
              </a:ext>
            </a:extLst>
          </p:cNvPr>
          <p:cNvSpPr txBox="1"/>
          <p:nvPr/>
        </p:nvSpPr>
        <p:spPr>
          <a:xfrm>
            <a:off x="5721577" y="6465719"/>
            <a:ext cx="7755344" cy="1837528"/>
          </a:xfrm>
          <a:prstGeom prst="rect">
            <a:avLst/>
          </a:prstGeom>
          <a:solidFill>
            <a:srgbClr val="EFF6F4"/>
          </a:solidFill>
          <a:ln w="19050">
            <a:solidFill>
              <a:srgbClr val="25B18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398E5EDC-B6A4-475E-AB9A-882CE6151276}"/>
              </a:ext>
            </a:extLst>
          </p:cNvPr>
          <p:cNvSpPr txBox="1"/>
          <p:nvPr/>
        </p:nvSpPr>
        <p:spPr>
          <a:xfrm>
            <a:off x="5821495" y="6461053"/>
            <a:ext cx="212305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dirty="0">
                <a:solidFill>
                  <a:srgbClr val="25B189"/>
                </a:solidFill>
                <a:latin typeface="프리젠테이션 7 Bold" pitchFamily="2" charset="-127"/>
                <a:ea typeface="프리젠테이션 7 Bold" pitchFamily="2" charset="-127"/>
              </a:rPr>
              <a:t>Dynamic Layer</a:t>
            </a:r>
            <a:endParaRPr lang="ko-KR" altLang="en-US" dirty="0">
              <a:solidFill>
                <a:srgbClr val="25B189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3E6BA76C-5B89-4E13-AD4D-BF8D85BEADD1}"/>
              </a:ext>
            </a:extLst>
          </p:cNvPr>
          <p:cNvSpPr txBox="1"/>
          <p:nvPr/>
        </p:nvSpPr>
        <p:spPr>
          <a:xfrm>
            <a:off x="7597532" y="5347691"/>
            <a:ext cx="90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FloorA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257B6564-3BC6-4981-AE87-8A7B20ED0228}"/>
              </a:ext>
            </a:extLst>
          </p:cNvPr>
          <p:cNvSpPr txBox="1"/>
          <p:nvPr/>
        </p:nvSpPr>
        <p:spPr>
          <a:xfrm>
            <a:off x="8302930" y="5684117"/>
            <a:ext cx="108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Bedroom1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4D47A058-8CC9-47AF-8005-5CC76C0BD36F}"/>
              </a:ext>
            </a:extLst>
          </p:cNvPr>
          <p:cNvSpPr txBox="1"/>
          <p:nvPr/>
        </p:nvSpPr>
        <p:spPr>
          <a:xfrm>
            <a:off x="9123836" y="5340581"/>
            <a:ext cx="72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Door1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500763C3-A1F5-4EF8-A733-9CAB988F3F00}"/>
              </a:ext>
            </a:extLst>
          </p:cNvPr>
          <p:cNvSpPr txBox="1"/>
          <p:nvPr/>
        </p:nvSpPr>
        <p:spPr>
          <a:xfrm>
            <a:off x="10170066" y="4724229"/>
            <a:ext cx="126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LivingRoom1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2E2DC99A-5B25-46C2-B376-BC74E668C51F}"/>
              </a:ext>
            </a:extLst>
          </p:cNvPr>
          <p:cNvSpPr txBox="1"/>
          <p:nvPr/>
        </p:nvSpPr>
        <p:spPr>
          <a:xfrm>
            <a:off x="11059783" y="5993262"/>
            <a:ext cx="90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Stairs1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742605AD-F0E7-446D-971F-5818ECA17AEF}"/>
              </a:ext>
            </a:extLst>
          </p:cNvPr>
          <p:cNvSpPr txBox="1"/>
          <p:nvPr/>
        </p:nvSpPr>
        <p:spPr>
          <a:xfrm>
            <a:off x="12632492" y="5471649"/>
            <a:ext cx="90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Kitchen1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0E571E5B-5339-4472-9E79-B2E18D499028}"/>
              </a:ext>
            </a:extLst>
          </p:cNvPr>
          <p:cNvSpPr txBox="1"/>
          <p:nvPr/>
        </p:nvSpPr>
        <p:spPr>
          <a:xfrm>
            <a:off x="8287726" y="4724229"/>
            <a:ext cx="108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Building1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412" name="직선 화살표 연결선 411">
            <a:extLst>
              <a:ext uri="{FF2B5EF4-FFF2-40B4-BE49-F238E27FC236}">
                <a16:creationId xmlns:a16="http://schemas.microsoft.com/office/drawing/2014/main" id="{79EA7457-9FD4-4456-AE08-72D84AE5BFA2}"/>
              </a:ext>
            </a:extLst>
          </p:cNvPr>
          <p:cNvCxnSpPr>
            <a:cxnSpLocks/>
            <a:stCxn id="485" idx="3"/>
            <a:endCxn id="477" idx="7"/>
          </p:cNvCxnSpPr>
          <p:nvPr/>
        </p:nvCxnSpPr>
        <p:spPr>
          <a:xfrm flipH="1">
            <a:off x="8273883" y="5227191"/>
            <a:ext cx="452020" cy="457264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CACEE64F-4D51-4556-A883-AA811CF1654E}"/>
              </a:ext>
            </a:extLst>
          </p:cNvPr>
          <p:cNvSpPr txBox="1"/>
          <p:nvPr/>
        </p:nvSpPr>
        <p:spPr>
          <a:xfrm>
            <a:off x="8027406" y="5098594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hasStorey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414" name="직선 화살표 연결선 413">
            <a:extLst>
              <a:ext uri="{FF2B5EF4-FFF2-40B4-BE49-F238E27FC236}">
                <a16:creationId xmlns:a16="http://schemas.microsoft.com/office/drawing/2014/main" id="{802BC474-1929-4020-B6F7-B72182D9B896}"/>
              </a:ext>
            </a:extLst>
          </p:cNvPr>
          <p:cNvCxnSpPr>
            <a:cxnSpLocks/>
            <a:stCxn id="477" idx="5"/>
            <a:endCxn id="478" idx="2"/>
          </p:cNvCxnSpPr>
          <p:nvPr/>
        </p:nvCxnSpPr>
        <p:spPr>
          <a:xfrm>
            <a:off x="8273883" y="5888101"/>
            <a:ext cx="507455" cy="225742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849FAB80-D5B8-4044-BFBB-FD8E1017F437}"/>
              </a:ext>
            </a:extLst>
          </p:cNvPr>
          <p:cNvSpPr txBox="1"/>
          <p:nvPr/>
        </p:nvSpPr>
        <p:spPr>
          <a:xfrm>
            <a:off x="8027556" y="6057601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hasSpace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416" name="직선 화살표 연결선 415">
            <a:extLst>
              <a:ext uri="{FF2B5EF4-FFF2-40B4-BE49-F238E27FC236}">
                <a16:creationId xmlns:a16="http://schemas.microsoft.com/office/drawing/2014/main" id="{5FD29F48-9FFD-441A-B749-274057B9C3B1}"/>
              </a:ext>
            </a:extLst>
          </p:cNvPr>
          <p:cNvCxnSpPr>
            <a:cxnSpLocks/>
            <a:stCxn id="478" idx="7"/>
            <a:endCxn id="479" idx="3"/>
          </p:cNvCxnSpPr>
          <p:nvPr/>
        </p:nvCxnSpPr>
        <p:spPr>
          <a:xfrm flipV="1">
            <a:off x="9027161" y="5701860"/>
            <a:ext cx="705458" cy="310160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직선 화살표 연결선 416">
            <a:extLst>
              <a:ext uri="{FF2B5EF4-FFF2-40B4-BE49-F238E27FC236}">
                <a16:creationId xmlns:a16="http://schemas.microsoft.com/office/drawing/2014/main" id="{AF8F9D30-0495-4677-9295-3DCB7C8B50A4}"/>
              </a:ext>
            </a:extLst>
          </p:cNvPr>
          <p:cNvCxnSpPr>
            <a:cxnSpLocks/>
            <a:stCxn id="480" idx="3"/>
            <a:endCxn id="479" idx="7"/>
          </p:cNvCxnSpPr>
          <p:nvPr/>
        </p:nvCxnSpPr>
        <p:spPr>
          <a:xfrm flipH="1">
            <a:off x="9885355" y="5227191"/>
            <a:ext cx="863688" cy="321933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F17684F4-1116-4526-9257-A54318001F53}"/>
              </a:ext>
            </a:extLst>
          </p:cNvPr>
          <p:cNvSpPr txBox="1"/>
          <p:nvPr/>
        </p:nvSpPr>
        <p:spPr>
          <a:xfrm>
            <a:off x="10310866" y="6102363"/>
            <a:ext cx="108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Door2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419" name="직선 화살표 연결선 418">
            <a:extLst>
              <a:ext uri="{FF2B5EF4-FFF2-40B4-BE49-F238E27FC236}">
                <a16:creationId xmlns:a16="http://schemas.microsoft.com/office/drawing/2014/main" id="{A1C3F85C-1249-4286-9F3C-160F71C0596B}"/>
              </a:ext>
            </a:extLst>
          </p:cNvPr>
          <p:cNvCxnSpPr>
            <a:cxnSpLocks/>
            <a:stCxn id="480" idx="5"/>
            <a:endCxn id="482" idx="1"/>
          </p:cNvCxnSpPr>
          <p:nvPr/>
        </p:nvCxnSpPr>
        <p:spPr>
          <a:xfrm>
            <a:off x="10952689" y="5227191"/>
            <a:ext cx="480726" cy="564715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직선 화살표 연결선 419">
            <a:extLst>
              <a:ext uri="{FF2B5EF4-FFF2-40B4-BE49-F238E27FC236}">
                <a16:creationId xmlns:a16="http://schemas.microsoft.com/office/drawing/2014/main" id="{070E005B-7265-4E3C-ACF4-0F733DAEB213}"/>
              </a:ext>
            </a:extLst>
          </p:cNvPr>
          <p:cNvCxnSpPr>
            <a:cxnSpLocks/>
            <a:stCxn id="480" idx="4"/>
            <a:endCxn id="486" idx="0"/>
          </p:cNvCxnSpPr>
          <p:nvPr/>
        </p:nvCxnSpPr>
        <p:spPr>
          <a:xfrm>
            <a:off x="10850866" y="5269368"/>
            <a:ext cx="0" cy="622519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화살표 연결선 420">
            <a:extLst>
              <a:ext uri="{FF2B5EF4-FFF2-40B4-BE49-F238E27FC236}">
                <a16:creationId xmlns:a16="http://schemas.microsoft.com/office/drawing/2014/main" id="{6FB89F18-D9D6-4026-BB76-0C8A99338B52}"/>
              </a:ext>
            </a:extLst>
          </p:cNvPr>
          <p:cNvCxnSpPr>
            <a:cxnSpLocks/>
            <a:stCxn id="484" idx="2"/>
            <a:endCxn id="482" idx="6"/>
          </p:cNvCxnSpPr>
          <p:nvPr/>
        </p:nvCxnSpPr>
        <p:spPr>
          <a:xfrm flipH="1">
            <a:off x="11617783" y="5867615"/>
            <a:ext cx="1020456" cy="659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C51748C8-105F-49A6-A231-07F98FE16EB2}"/>
              </a:ext>
            </a:extLst>
          </p:cNvPr>
          <p:cNvSpPr txBox="1"/>
          <p:nvPr/>
        </p:nvSpPr>
        <p:spPr>
          <a:xfrm>
            <a:off x="9259920" y="5917563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hasDoor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2BB6F475-0143-4CC3-8C15-587F3E88B6DA}"/>
              </a:ext>
            </a:extLst>
          </p:cNvPr>
          <p:cNvSpPr txBox="1"/>
          <p:nvPr/>
        </p:nvSpPr>
        <p:spPr>
          <a:xfrm>
            <a:off x="9885660" y="5151531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hasDoor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8883189-A10B-434B-801E-D9C72E04AD9C}"/>
              </a:ext>
            </a:extLst>
          </p:cNvPr>
          <p:cNvSpPr txBox="1"/>
          <p:nvPr/>
        </p:nvSpPr>
        <p:spPr>
          <a:xfrm>
            <a:off x="10151466" y="5535916"/>
            <a:ext cx="72308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hasDoor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4B432A14-BCF6-494A-8158-FE6909262F51}"/>
              </a:ext>
            </a:extLst>
          </p:cNvPr>
          <p:cNvSpPr txBox="1"/>
          <p:nvPr/>
        </p:nvSpPr>
        <p:spPr>
          <a:xfrm>
            <a:off x="11123540" y="5223350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hasStairs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C46AEC24-A0C3-4D37-92FE-B04302E1AA1C}"/>
              </a:ext>
            </a:extLst>
          </p:cNvPr>
          <p:cNvSpPr txBox="1"/>
          <p:nvPr/>
        </p:nvSpPr>
        <p:spPr>
          <a:xfrm>
            <a:off x="11873656" y="5899073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hasStairs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DEBBB447-87D8-49CD-A579-C8802C3E5F8A}"/>
              </a:ext>
            </a:extLst>
          </p:cNvPr>
          <p:cNvSpPr txBox="1"/>
          <p:nvPr/>
        </p:nvSpPr>
        <p:spPr>
          <a:xfrm>
            <a:off x="7894612" y="7149617"/>
            <a:ext cx="90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Robot1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D79EE0CF-AC79-4080-A92C-E4D6817A4B42}"/>
              </a:ext>
            </a:extLst>
          </p:cNvPr>
          <p:cNvSpPr txBox="1"/>
          <p:nvPr/>
        </p:nvSpPr>
        <p:spPr>
          <a:xfrm>
            <a:off x="9804504" y="7124895"/>
            <a:ext cx="72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Mug1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E49F3F8-6481-475E-88E0-3CD3B00A3FB0}"/>
              </a:ext>
            </a:extLst>
          </p:cNvPr>
          <p:cNvSpPr txBox="1"/>
          <p:nvPr/>
        </p:nvSpPr>
        <p:spPr>
          <a:xfrm>
            <a:off x="8834674" y="8037206"/>
            <a:ext cx="108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RightHand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EA748D9F-0DCB-4B9A-8805-089C666CAB09}"/>
              </a:ext>
            </a:extLst>
          </p:cNvPr>
          <p:cNvSpPr txBox="1"/>
          <p:nvPr/>
        </p:nvSpPr>
        <p:spPr>
          <a:xfrm>
            <a:off x="11530896" y="8037206"/>
            <a:ext cx="162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CoffeeMachine1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39CEDE4E-3996-4E4D-9B6D-CF5F8D0632DF}"/>
              </a:ext>
            </a:extLst>
          </p:cNvPr>
          <p:cNvSpPr txBox="1"/>
          <p:nvPr/>
        </p:nvSpPr>
        <p:spPr>
          <a:xfrm>
            <a:off x="12456607" y="6987143"/>
            <a:ext cx="108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Switchable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01D6E206-D8BA-4438-AD89-73367E5AB2E3}"/>
              </a:ext>
            </a:extLst>
          </p:cNvPr>
          <p:cNvSpPr txBox="1"/>
          <p:nvPr/>
        </p:nvSpPr>
        <p:spPr>
          <a:xfrm>
            <a:off x="7401565" y="8037206"/>
            <a:ext cx="108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LeftHand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AE5DAFF6-7C93-4DC6-AA19-52A516424D93}"/>
              </a:ext>
            </a:extLst>
          </p:cNvPr>
          <p:cNvSpPr txBox="1"/>
          <p:nvPr/>
        </p:nvSpPr>
        <p:spPr>
          <a:xfrm>
            <a:off x="10394110" y="7465461"/>
            <a:ext cx="630227" cy="215444"/>
          </a:xfrm>
          <a:prstGeom prst="rect">
            <a:avLst/>
          </a:prstGeom>
          <a:solidFill>
            <a:schemeClr val="bg1"/>
          </a:solidFill>
          <a:ln w="19050">
            <a:solidFill>
              <a:srgbClr val="40475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TRUE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326007C3-6F33-413C-A969-2F5142F48277}"/>
              </a:ext>
            </a:extLst>
          </p:cNvPr>
          <p:cNvSpPr txBox="1"/>
          <p:nvPr/>
        </p:nvSpPr>
        <p:spPr>
          <a:xfrm>
            <a:off x="10394110" y="7788948"/>
            <a:ext cx="630227" cy="215444"/>
          </a:xfrm>
          <a:prstGeom prst="rect">
            <a:avLst/>
          </a:prstGeom>
          <a:solidFill>
            <a:schemeClr val="bg1"/>
          </a:solidFill>
          <a:ln w="19050">
            <a:solidFill>
              <a:srgbClr val="40475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FALSE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4502248A-1DE2-45A3-910D-A2268973A694}"/>
              </a:ext>
            </a:extLst>
          </p:cNvPr>
          <p:cNvSpPr txBox="1"/>
          <p:nvPr/>
        </p:nvSpPr>
        <p:spPr>
          <a:xfrm>
            <a:off x="11034615" y="6859641"/>
            <a:ext cx="72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Table1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439" name="직선 화살표 연결선 438">
            <a:extLst>
              <a:ext uri="{FF2B5EF4-FFF2-40B4-BE49-F238E27FC236}">
                <a16:creationId xmlns:a16="http://schemas.microsoft.com/office/drawing/2014/main" id="{EF99AEE0-E03E-4C0F-96F3-07F7DBCE72CE}"/>
              </a:ext>
            </a:extLst>
          </p:cNvPr>
          <p:cNvCxnSpPr>
            <a:cxnSpLocks/>
            <a:stCxn id="487" idx="0"/>
            <a:endCxn id="478" idx="4"/>
          </p:cNvCxnSpPr>
          <p:nvPr/>
        </p:nvCxnSpPr>
        <p:spPr>
          <a:xfrm flipV="1">
            <a:off x="8799245" y="6257843"/>
            <a:ext cx="126093" cy="1016876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직선 화살표 연결선 439">
            <a:extLst>
              <a:ext uri="{FF2B5EF4-FFF2-40B4-BE49-F238E27FC236}">
                <a16:creationId xmlns:a16="http://schemas.microsoft.com/office/drawing/2014/main" id="{969EA1B1-E239-45DA-91ED-B93F4ED9F796}"/>
              </a:ext>
            </a:extLst>
          </p:cNvPr>
          <p:cNvCxnSpPr>
            <a:cxnSpLocks/>
            <a:stCxn id="488" idx="1"/>
            <a:endCxn id="478" idx="5"/>
          </p:cNvCxnSpPr>
          <p:nvPr/>
        </p:nvCxnSpPr>
        <p:spPr>
          <a:xfrm flipH="1" flipV="1">
            <a:off x="9027161" y="6215666"/>
            <a:ext cx="697668" cy="842735"/>
          </a:xfrm>
          <a:prstGeom prst="straightConnector1">
            <a:avLst/>
          </a:prstGeom>
          <a:ln w="28575">
            <a:solidFill>
              <a:srgbClr val="F241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직선 화살표 연결선 440">
            <a:extLst>
              <a:ext uri="{FF2B5EF4-FFF2-40B4-BE49-F238E27FC236}">
                <a16:creationId xmlns:a16="http://schemas.microsoft.com/office/drawing/2014/main" id="{1F39E71A-E4A0-4121-BD2F-B2BEE43B9AE9}"/>
              </a:ext>
            </a:extLst>
          </p:cNvPr>
          <p:cNvCxnSpPr>
            <a:cxnSpLocks/>
            <a:stCxn id="487" idx="5"/>
            <a:endCxn id="489" idx="1"/>
          </p:cNvCxnSpPr>
          <p:nvPr/>
        </p:nvCxnSpPr>
        <p:spPr>
          <a:xfrm>
            <a:off x="8901068" y="7520542"/>
            <a:ext cx="397238" cy="298570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직선 화살표 연결선 441">
            <a:extLst>
              <a:ext uri="{FF2B5EF4-FFF2-40B4-BE49-F238E27FC236}">
                <a16:creationId xmlns:a16="http://schemas.microsoft.com/office/drawing/2014/main" id="{7C1F4CD2-83D3-4B25-8CFA-414B4A9CED08}"/>
              </a:ext>
            </a:extLst>
          </p:cNvPr>
          <p:cNvCxnSpPr>
            <a:cxnSpLocks/>
            <a:stCxn id="487" idx="3"/>
            <a:endCxn id="497" idx="7"/>
          </p:cNvCxnSpPr>
          <p:nvPr/>
        </p:nvCxnSpPr>
        <p:spPr>
          <a:xfrm flipH="1">
            <a:off x="8017933" y="7520542"/>
            <a:ext cx="679489" cy="298570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직선 화살표 연결선 443">
            <a:extLst>
              <a:ext uri="{FF2B5EF4-FFF2-40B4-BE49-F238E27FC236}">
                <a16:creationId xmlns:a16="http://schemas.microsoft.com/office/drawing/2014/main" id="{62267235-0019-404B-8967-78009B3772FE}"/>
              </a:ext>
            </a:extLst>
          </p:cNvPr>
          <p:cNvCxnSpPr>
            <a:cxnSpLocks/>
            <a:stCxn id="489" idx="7"/>
            <a:endCxn id="488" idx="3"/>
          </p:cNvCxnSpPr>
          <p:nvPr/>
        </p:nvCxnSpPr>
        <p:spPr>
          <a:xfrm flipV="1">
            <a:off x="9451042" y="7211137"/>
            <a:ext cx="273787" cy="607975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DBB2E942-EAB4-48B2-A0CC-ADA81DD82CC4}"/>
              </a:ext>
            </a:extLst>
          </p:cNvPr>
          <p:cNvCxnSpPr>
            <a:cxnSpLocks/>
            <a:stCxn id="479" idx="5"/>
            <a:endCxn id="433" idx="0"/>
          </p:cNvCxnSpPr>
          <p:nvPr/>
        </p:nvCxnSpPr>
        <p:spPr>
          <a:xfrm>
            <a:off x="9885355" y="5701860"/>
            <a:ext cx="823869" cy="1763601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직선 화살표 연결선 445">
            <a:extLst>
              <a:ext uri="{FF2B5EF4-FFF2-40B4-BE49-F238E27FC236}">
                <a16:creationId xmlns:a16="http://schemas.microsoft.com/office/drawing/2014/main" id="{9AAB6F82-334F-40E4-AEBA-FBA79B104CB8}"/>
              </a:ext>
            </a:extLst>
          </p:cNvPr>
          <p:cNvCxnSpPr>
            <a:cxnSpLocks/>
            <a:stCxn id="495" idx="1"/>
            <a:endCxn id="499" idx="5"/>
          </p:cNvCxnSpPr>
          <p:nvPr/>
        </p:nvCxnSpPr>
        <p:spPr>
          <a:xfrm flipH="1" flipV="1">
            <a:off x="11925255" y="7157117"/>
            <a:ext cx="303273" cy="663185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직선 화살표 연결선 446">
            <a:extLst>
              <a:ext uri="{FF2B5EF4-FFF2-40B4-BE49-F238E27FC236}">
                <a16:creationId xmlns:a16="http://schemas.microsoft.com/office/drawing/2014/main" id="{2CF8D995-1FBF-4B89-B66B-3E818C00603B}"/>
              </a:ext>
            </a:extLst>
          </p:cNvPr>
          <p:cNvCxnSpPr>
            <a:cxnSpLocks/>
            <a:stCxn id="495" idx="7"/>
            <a:endCxn id="496" idx="3"/>
          </p:cNvCxnSpPr>
          <p:nvPr/>
        </p:nvCxnSpPr>
        <p:spPr>
          <a:xfrm flipV="1">
            <a:off x="12381264" y="7434128"/>
            <a:ext cx="466201" cy="386174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직선 화살표 연결선 447">
            <a:extLst>
              <a:ext uri="{FF2B5EF4-FFF2-40B4-BE49-F238E27FC236}">
                <a16:creationId xmlns:a16="http://schemas.microsoft.com/office/drawing/2014/main" id="{027EB2AD-F92F-437A-A99A-D5C780305E5B}"/>
              </a:ext>
            </a:extLst>
          </p:cNvPr>
          <p:cNvCxnSpPr>
            <a:cxnSpLocks/>
            <a:stCxn id="495" idx="2"/>
            <a:endCxn id="434" idx="3"/>
          </p:cNvCxnSpPr>
          <p:nvPr/>
        </p:nvCxnSpPr>
        <p:spPr>
          <a:xfrm flipH="1">
            <a:off x="11024337" y="7896670"/>
            <a:ext cx="1172559" cy="0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직선 화살표 연결선 448">
            <a:extLst>
              <a:ext uri="{FF2B5EF4-FFF2-40B4-BE49-F238E27FC236}">
                <a16:creationId xmlns:a16="http://schemas.microsoft.com/office/drawing/2014/main" id="{D2D5E68E-287E-4D56-828E-AE44A2418F47}"/>
              </a:ext>
            </a:extLst>
          </p:cNvPr>
          <p:cNvCxnSpPr>
            <a:cxnSpLocks/>
            <a:stCxn id="487" idx="6"/>
            <a:endCxn id="488" idx="2"/>
          </p:cNvCxnSpPr>
          <p:nvPr/>
        </p:nvCxnSpPr>
        <p:spPr>
          <a:xfrm flipV="1">
            <a:off x="8943245" y="7134769"/>
            <a:ext cx="749952" cy="283950"/>
          </a:xfrm>
          <a:prstGeom prst="straightConnector1">
            <a:avLst/>
          </a:prstGeom>
          <a:ln w="28575">
            <a:solidFill>
              <a:srgbClr val="F241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직선 화살표 연결선 449">
            <a:extLst>
              <a:ext uri="{FF2B5EF4-FFF2-40B4-BE49-F238E27FC236}">
                <a16:creationId xmlns:a16="http://schemas.microsoft.com/office/drawing/2014/main" id="{CBAEE82A-BB0B-460F-B4AE-5C3F749A8B03}"/>
              </a:ext>
            </a:extLst>
          </p:cNvPr>
          <p:cNvCxnSpPr>
            <a:cxnSpLocks/>
            <a:stCxn id="495" idx="0"/>
            <a:endCxn id="484" idx="4"/>
          </p:cNvCxnSpPr>
          <p:nvPr/>
        </p:nvCxnSpPr>
        <p:spPr>
          <a:xfrm flipV="1">
            <a:off x="12304896" y="6011615"/>
            <a:ext cx="477343" cy="1777055"/>
          </a:xfrm>
          <a:prstGeom prst="straightConnector1">
            <a:avLst/>
          </a:prstGeom>
          <a:ln w="28575">
            <a:solidFill>
              <a:srgbClr val="F241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D303B5FE-F1E0-4D7E-8C6C-225767F34CFA}"/>
              </a:ext>
            </a:extLst>
          </p:cNvPr>
          <p:cNvSpPr txBox="1"/>
          <p:nvPr/>
        </p:nvSpPr>
        <p:spPr>
          <a:xfrm>
            <a:off x="8204449" y="6736132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4F8D1F78-F44E-4823-A7C1-8F3B94EA495E}"/>
              </a:ext>
            </a:extLst>
          </p:cNvPr>
          <p:cNvSpPr txBox="1"/>
          <p:nvPr/>
        </p:nvSpPr>
        <p:spPr>
          <a:xfrm>
            <a:off x="9532702" y="6592496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10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04FE92F-98D4-45E7-AACD-2AF0CEA6FD97}"/>
              </a:ext>
            </a:extLst>
          </p:cNvPr>
          <p:cNvSpPr txBox="1"/>
          <p:nvPr/>
        </p:nvSpPr>
        <p:spPr>
          <a:xfrm>
            <a:off x="7732275" y="7508712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hasHand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B35EAD1-7C04-47EE-8291-CF11701B5906}"/>
              </a:ext>
            </a:extLst>
          </p:cNvPr>
          <p:cNvSpPr txBox="1"/>
          <p:nvPr/>
        </p:nvSpPr>
        <p:spPr>
          <a:xfrm>
            <a:off x="8514082" y="7663631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hasHand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3A7BB742-8213-49D5-B80F-A1B8D11CCAF6}"/>
              </a:ext>
            </a:extLst>
          </p:cNvPr>
          <p:cNvSpPr txBox="1"/>
          <p:nvPr/>
        </p:nvSpPr>
        <p:spPr>
          <a:xfrm>
            <a:off x="9489196" y="7504388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holds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B7A4AC40-87B1-4CAE-B09C-E804F54B1CD9}"/>
              </a:ext>
            </a:extLst>
          </p:cNvPr>
          <p:cNvSpPr txBox="1"/>
          <p:nvPr/>
        </p:nvSpPr>
        <p:spPr>
          <a:xfrm>
            <a:off x="8923056" y="7028665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carries</a:t>
            </a:r>
            <a:endParaRPr lang="ko-KR" altLang="en-US" sz="110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3A0551B5-1A79-4C0D-9410-504BBC5D68B0}"/>
              </a:ext>
            </a:extLst>
          </p:cNvPr>
          <p:cNvSpPr txBox="1"/>
          <p:nvPr/>
        </p:nvSpPr>
        <p:spPr>
          <a:xfrm>
            <a:off x="12645855" y="6736132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F24158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100" dirty="0">
              <a:solidFill>
                <a:srgbClr val="F24158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458" name="직선 화살표 연결선 457">
            <a:extLst>
              <a:ext uri="{FF2B5EF4-FFF2-40B4-BE49-F238E27FC236}">
                <a16:creationId xmlns:a16="http://schemas.microsoft.com/office/drawing/2014/main" id="{890F870B-5666-4506-A7AE-F6664EDF87AF}"/>
              </a:ext>
            </a:extLst>
          </p:cNvPr>
          <p:cNvCxnSpPr>
            <a:cxnSpLocks/>
            <a:stCxn id="499" idx="7"/>
            <a:endCxn id="484" idx="3"/>
          </p:cNvCxnSpPr>
          <p:nvPr/>
        </p:nvCxnSpPr>
        <p:spPr>
          <a:xfrm flipV="1">
            <a:off x="11925255" y="5969438"/>
            <a:ext cx="755161" cy="984033"/>
          </a:xfrm>
          <a:prstGeom prst="straightConnector1">
            <a:avLst/>
          </a:prstGeom>
          <a:ln w="19050">
            <a:solidFill>
              <a:srgbClr val="25B1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0C1CCF59-8FFD-4672-ABBC-90208247E3C6}"/>
              </a:ext>
            </a:extLst>
          </p:cNvPr>
          <p:cNvSpPr txBox="1"/>
          <p:nvPr/>
        </p:nvSpPr>
        <p:spPr>
          <a:xfrm>
            <a:off x="11452400" y="6585498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isInSpace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D9EA542A-2BD5-420C-8169-F7A25B4375ED}"/>
              </a:ext>
            </a:extLst>
          </p:cNvPr>
          <p:cNvSpPr txBox="1"/>
          <p:nvPr/>
        </p:nvSpPr>
        <p:spPr>
          <a:xfrm>
            <a:off x="11362041" y="7307015"/>
            <a:ext cx="62995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isOntopOf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A5339E10-7EAF-49D4-88E2-025FE0CA3592}"/>
              </a:ext>
            </a:extLst>
          </p:cNvPr>
          <p:cNvSpPr txBox="1"/>
          <p:nvPr/>
        </p:nvSpPr>
        <p:spPr>
          <a:xfrm>
            <a:off x="10412817" y="6736132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isOpen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2BF58DE-420A-4CF2-B0F1-6D2D2D3E7FE3}"/>
              </a:ext>
            </a:extLst>
          </p:cNvPr>
          <p:cNvSpPr txBox="1"/>
          <p:nvPr/>
        </p:nvSpPr>
        <p:spPr>
          <a:xfrm>
            <a:off x="11211847" y="7679758"/>
            <a:ext cx="82505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isSwitchedOn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B2D79FDA-FCD9-4659-B776-8050F63361DC}"/>
              </a:ext>
            </a:extLst>
          </p:cNvPr>
          <p:cNvSpPr txBox="1"/>
          <p:nvPr/>
        </p:nvSpPr>
        <p:spPr>
          <a:xfrm>
            <a:off x="12627501" y="7607222"/>
            <a:ext cx="451746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25B189"/>
                </a:solidFill>
                <a:latin typeface="프리젠테이션 5 Medium" pitchFamily="2" charset="-127"/>
                <a:ea typeface="프리젠테이션 5 Medium" pitchFamily="2" charset="-127"/>
              </a:rPr>
              <a:t>affords</a:t>
            </a:r>
            <a:endParaRPr lang="ko-KR" altLang="en-US" sz="1100" dirty="0">
              <a:solidFill>
                <a:srgbClr val="25B18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D65B1993-E57A-47B2-BCC8-EC2CDDCE7D89}"/>
              </a:ext>
            </a:extLst>
          </p:cNvPr>
          <p:cNvSpPr txBox="1"/>
          <p:nvPr/>
        </p:nvSpPr>
        <p:spPr>
          <a:xfrm>
            <a:off x="11745928" y="4724229"/>
            <a:ext cx="900000" cy="2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FloorB</a:t>
            </a:r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472" name="직선 화살표 연결선 471">
            <a:extLst>
              <a:ext uri="{FF2B5EF4-FFF2-40B4-BE49-F238E27FC236}">
                <a16:creationId xmlns:a16="http://schemas.microsoft.com/office/drawing/2014/main" id="{AF1045AD-CD7F-4DBA-BD43-0BDB2CA1C350}"/>
              </a:ext>
            </a:extLst>
          </p:cNvPr>
          <p:cNvCxnSpPr>
            <a:cxnSpLocks/>
            <a:stCxn id="500" idx="5"/>
            <a:endCxn id="484" idx="1"/>
          </p:cNvCxnSpPr>
          <p:nvPr/>
        </p:nvCxnSpPr>
        <p:spPr>
          <a:xfrm>
            <a:off x="12323356" y="5227191"/>
            <a:ext cx="357060" cy="538601"/>
          </a:xfrm>
          <a:prstGeom prst="straightConnector1">
            <a:avLst/>
          </a:prstGeom>
          <a:ln w="19050">
            <a:solidFill>
              <a:srgbClr val="0074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D8F030E6-C66A-4B33-9423-833B070F6877}"/>
              </a:ext>
            </a:extLst>
          </p:cNvPr>
          <p:cNvSpPr txBox="1"/>
          <p:nvPr/>
        </p:nvSpPr>
        <p:spPr>
          <a:xfrm>
            <a:off x="12456607" y="5174987"/>
            <a:ext cx="60443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dirty="0" err="1">
                <a:solidFill>
                  <a:srgbClr val="0074E0"/>
                </a:solidFill>
                <a:latin typeface="프리젠테이션 5 Medium" pitchFamily="2" charset="-127"/>
                <a:ea typeface="프리젠테이션 5 Medium" pitchFamily="2" charset="-127"/>
              </a:rPr>
              <a:t>hasSpace</a:t>
            </a:r>
            <a:endParaRPr lang="ko-KR" altLang="en-US" sz="1100" dirty="0">
              <a:solidFill>
                <a:srgbClr val="0074E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C842422E-F984-41ED-B7B1-690D042D3802}"/>
              </a:ext>
            </a:extLst>
          </p:cNvPr>
          <p:cNvSpPr txBox="1"/>
          <p:nvPr/>
        </p:nvSpPr>
        <p:spPr>
          <a:xfrm>
            <a:off x="10461993" y="3718454"/>
            <a:ext cx="7200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srgbClr val="404756"/>
                </a:solidFill>
                <a:latin typeface="프리젠테이션 5 Medium" pitchFamily="2" charset="-127"/>
                <a:ea typeface="프리젠테이션 5 Medium" pitchFamily="2" charset="-127"/>
              </a:rPr>
              <a:t>contains</a:t>
            </a:r>
            <a:endParaRPr lang="ko-KR" altLang="en-US" sz="1050" dirty="0">
              <a:solidFill>
                <a:srgbClr val="40475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FA48708F-1D9E-477E-A055-60AA7A1E5ADA}"/>
              </a:ext>
            </a:extLst>
          </p:cNvPr>
          <p:cNvSpPr txBox="1"/>
          <p:nvPr/>
        </p:nvSpPr>
        <p:spPr>
          <a:xfrm>
            <a:off x="3456469" y="8135342"/>
            <a:ext cx="1620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en-US" altLang="ko-KR" sz="20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World Model</a:t>
            </a:r>
            <a:endParaRPr lang="ko-KR" altLang="en-US" sz="20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477" name="타원 476">
            <a:extLst>
              <a:ext uri="{FF2B5EF4-FFF2-40B4-BE49-F238E27FC236}">
                <a16:creationId xmlns:a16="http://schemas.microsoft.com/office/drawing/2014/main" id="{612803CA-B73E-487D-B856-BDA2375122E9}"/>
              </a:ext>
            </a:extLst>
          </p:cNvPr>
          <p:cNvSpPr/>
          <p:nvPr/>
        </p:nvSpPr>
        <p:spPr>
          <a:xfrm>
            <a:off x="8028060" y="5642278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78" name="타원 477">
            <a:extLst>
              <a:ext uri="{FF2B5EF4-FFF2-40B4-BE49-F238E27FC236}">
                <a16:creationId xmlns:a16="http://schemas.microsoft.com/office/drawing/2014/main" id="{154DB4C5-D3C3-42FE-A0A1-74018B5E25DF}"/>
              </a:ext>
            </a:extLst>
          </p:cNvPr>
          <p:cNvSpPr/>
          <p:nvPr/>
        </p:nvSpPr>
        <p:spPr>
          <a:xfrm>
            <a:off x="8781338" y="5969843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79" name="타원 478">
            <a:extLst>
              <a:ext uri="{FF2B5EF4-FFF2-40B4-BE49-F238E27FC236}">
                <a16:creationId xmlns:a16="http://schemas.microsoft.com/office/drawing/2014/main" id="{C86E56FA-CD7E-40E9-8F25-A0E6CEB1E8A9}"/>
              </a:ext>
            </a:extLst>
          </p:cNvPr>
          <p:cNvSpPr/>
          <p:nvPr/>
        </p:nvSpPr>
        <p:spPr>
          <a:xfrm>
            <a:off x="9700987" y="5517492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0" name="타원 479">
            <a:extLst>
              <a:ext uri="{FF2B5EF4-FFF2-40B4-BE49-F238E27FC236}">
                <a16:creationId xmlns:a16="http://schemas.microsoft.com/office/drawing/2014/main" id="{FFAFD0CD-1784-41D9-BCC6-BDB3C162D423}"/>
              </a:ext>
            </a:extLst>
          </p:cNvPr>
          <p:cNvSpPr/>
          <p:nvPr/>
        </p:nvSpPr>
        <p:spPr>
          <a:xfrm>
            <a:off x="10706866" y="4981368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2" name="타원 481">
            <a:extLst>
              <a:ext uri="{FF2B5EF4-FFF2-40B4-BE49-F238E27FC236}">
                <a16:creationId xmlns:a16="http://schemas.microsoft.com/office/drawing/2014/main" id="{AEAE6C12-71EC-4766-89FE-B938060CDA0A}"/>
              </a:ext>
            </a:extLst>
          </p:cNvPr>
          <p:cNvSpPr/>
          <p:nvPr/>
        </p:nvSpPr>
        <p:spPr>
          <a:xfrm>
            <a:off x="11401783" y="5760274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4" name="타원 483">
            <a:extLst>
              <a:ext uri="{FF2B5EF4-FFF2-40B4-BE49-F238E27FC236}">
                <a16:creationId xmlns:a16="http://schemas.microsoft.com/office/drawing/2014/main" id="{E4CE6966-983B-4638-844E-3E2AFE7F8FE1}"/>
              </a:ext>
            </a:extLst>
          </p:cNvPr>
          <p:cNvSpPr/>
          <p:nvPr/>
        </p:nvSpPr>
        <p:spPr>
          <a:xfrm>
            <a:off x="12638239" y="5723615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5" name="타원 484">
            <a:extLst>
              <a:ext uri="{FF2B5EF4-FFF2-40B4-BE49-F238E27FC236}">
                <a16:creationId xmlns:a16="http://schemas.microsoft.com/office/drawing/2014/main" id="{A14AD104-DDC7-46DD-A617-87CA1BB6DC20}"/>
              </a:ext>
            </a:extLst>
          </p:cNvPr>
          <p:cNvSpPr/>
          <p:nvPr/>
        </p:nvSpPr>
        <p:spPr>
          <a:xfrm>
            <a:off x="8683726" y="4981368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6" name="타원 485">
            <a:extLst>
              <a:ext uri="{FF2B5EF4-FFF2-40B4-BE49-F238E27FC236}">
                <a16:creationId xmlns:a16="http://schemas.microsoft.com/office/drawing/2014/main" id="{CB3C6A69-F2DB-496D-9F0C-3CBCDA2BD061}"/>
              </a:ext>
            </a:extLst>
          </p:cNvPr>
          <p:cNvSpPr/>
          <p:nvPr/>
        </p:nvSpPr>
        <p:spPr>
          <a:xfrm>
            <a:off x="10742866" y="5891887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7" name="타원 486">
            <a:extLst>
              <a:ext uri="{FF2B5EF4-FFF2-40B4-BE49-F238E27FC236}">
                <a16:creationId xmlns:a16="http://schemas.microsoft.com/office/drawing/2014/main" id="{6F48293A-0472-4AAD-913A-CE03938A8D86}"/>
              </a:ext>
            </a:extLst>
          </p:cNvPr>
          <p:cNvSpPr/>
          <p:nvPr/>
        </p:nvSpPr>
        <p:spPr>
          <a:xfrm>
            <a:off x="8655245" y="7274719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8" name="타원 487">
            <a:extLst>
              <a:ext uri="{FF2B5EF4-FFF2-40B4-BE49-F238E27FC236}">
                <a16:creationId xmlns:a16="http://schemas.microsoft.com/office/drawing/2014/main" id="{872FE403-189B-49ED-80E5-DEB6D9A05A72}"/>
              </a:ext>
            </a:extLst>
          </p:cNvPr>
          <p:cNvSpPr/>
          <p:nvPr/>
        </p:nvSpPr>
        <p:spPr>
          <a:xfrm>
            <a:off x="9693197" y="7026769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89" name="타원 488">
            <a:extLst>
              <a:ext uri="{FF2B5EF4-FFF2-40B4-BE49-F238E27FC236}">
                <a16:creationId xmlns:a16="http://schemas.microsoft.com/office/drawing/2014/main" id="{40F60330-8C4B-4BAE-8153-3EA8E2429249}"/>
              </a:ext>
            </a:extLst>
          </p:cNvPr>
          <p:cNvSpPr/>
          <p:nvPr/>
        </p:nvSpPr>
        <p:spPr>
          <a:xfrm>
            <a:off x="9266674" y="7787480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95" name="타원 494">
            <a:extLst>
              <a:ext uri="{FF2B5EF4-FFF2-40B4-BE49-F238E27FC236}">
                <a16:creationId xmlns:a16="http://schemas.microsoft.com/office/drawing/2014/main" id="{29B2E41F-EDB2-4154-85B6-50093E4F783E}"/>
              </a:ext>
            </a:extLst>
          </p:cNvPr>
          <p:cNvSpPr/>
          <p:nvPr/>
        </p:nvSpPr>
        <p:spPr>
          <a:xfrm>
            <a:off x="12196896" y="7788670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96" name="타원 495">
            <a:extLst>
              <a:ext uri="{FF2B5EF4-FFF2-40B4-BE49-F238E27FC236}">
                <a16:creationId xmlns:a16="http://schemas.microsoft.com/office/drawing/2014/main" id="{13B3F8E0-6DE2-439B-A412-83F11A31EFB3}"/>
              </a:ext>
            </a:extLst>
          </p:cNvPr>
          <p:cNvSpPr/>
          <p:nvPr/>
        </p:nvSpPr>
        <p:spPr>
          <a:xfrm>
            <a:off x="12815833" y="7249760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97" name="타원 496">
            <a:extLst>
              <a:ext uri="{FF2B5EF4-FFF2-40B4-BE49-F238E27FC236}">
                <a16:creationId xmlns:a16="http://schemas.microsoft.com/office/drawing/2014/main" id="{336D2395-5682-4A88-B010-622D3FC25C6B}"/>
              </a:ext>
            </a:extLst>
          </p:cNvPr>
          <p:cNvSpPr/>
          <p:nvPr/>
        </p:nvSpPr>
        <p:spPr>
          <a:xfrm>
            <a:off x="7833565" y="7787480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99" name="타원 498">
            <a:extLst>
              <a:ext uri="{FF2B5EF4-FFF2-40B4-BE49-F238E27FC236}">
                <a16:creationId xmlns:a16="http://schemas.microsoft.com/office/drawing/2014/main" id="{C99B01E7-37E0-4168-B299-DC4E6FD2C3EF}"/>
              </a:ext>
            </a:extLst>
          </p:cNvPr>
          <p:cNvSpPr/>
          <p:nvPr/>
        </p:nvSpPr>
        <p:spPr>
          <a:xfrm>
            <a:off x="11679432" y="6911294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280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00" name="타원 499">
            <a:extLst>
              <a:ext uri="{FF2B5EF4-FFF2-40B4-BE49-F238E27FC236}">
                <a16:creationId xmlns:a16="http://schemas.microsoft.com/office/drawing/2014/main" id="{E25C98B2-E5E9-4E81-AD84-8D4D00FEAC50}"/>
              </a:ext>
            </a:extLst>
          </p:cNvPr>
          <p:cNvSpPr/>
          <p:nvPr/>
        </p:nvSpPr>
        <p:spPr>
          <a:xfrm>
            <a:off x="12077533" y="4981368"/>
            <a:ext cx="288000" cy="288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rgbClr val="09142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5DBEC377-0F29-4DA2-AAAA-C873984A17B9}"/>
              </a:ext>
            </a:extLst>
          </p:cNvPr>
          <p:cNvSpPr txBox="1"/>
          <p:nvPr/>
        </p:nvSpPr>
        <p:spPr>
          <a:xfrm>
            <a:off x="5821495" y="5117029"/>
            <a:ext cx="2123052" cy="10230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Topological structure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Environment layout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Connectivity</a:t>
            </a:r>
            <a:endParaRPr lang="ko-KR" altLang="en-US" sz="14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B835FE78-BFA5-4037-AAD6-D5D8DA6EC7F7}"/>
              </a:ext>
            </a:extLst>
          </p:cNvPr>
          <p:cNvSpPr txBox="1"/>
          <p:nvPr/>
        </p:nvSpPr>
        <p:spPr>
          <a:xfrm>
            <a:off x="5821495" y="6916322"/>
            <a:ext cx="2123052" cy="10230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World state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Artifact instances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Object states</a:t>
            </a:r>
            <a:endParaRPr lang="ko-KR" altLang="en-US" sz="14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03" name="직선 화살표 연결선 502">
            <a:extLst>
              <a:ext uri="{FF2B5EF4-FFF2-40B4-BE49-F238E27FC236}">
                <a16:creationId xmlns:a16="http://schemas.microsoft.com/office/drawing/2014/main" id="{E40B7FF9-8329-4734-A9C6-1ADE2098F2D2}"/>
              </a:ext>
            </a:extLst>
          </p:cNvPr>
          <p:cNvCxnSpPr>
            <a:cxnSpLocks/>
          </p:cNvCxnSpPr>
          <p:nvPr/>
        </p:nvCxnSpPr>
        <p:spPr>
          <a:xfrm>
            <a:off x="14385568" y="4589521"/>
            <a:ext cx="0" cy="1506444"/>
          </a:xfrm>
          <a:prstGeom prst="straightConnector1">
            <a:avLst/>
          </a:prstGeom>
          <a:ln w="76200">
            <a:solidFill>
              <a:srgbClr val="F24158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직선 화살표 연결선 503">
            <a:extLst>
              <a:ext uri="{FF2B5EF4-FFF2-40B4-BE49-F238E27FC236}">
                <a16:creationId xmlns:a16="http://schemas.microsoft.com/office/drawing/2014/main" id="{CB14F3DB-D34F-48A6-932E-ABC7D5D63E52}"/>
              </a:ext>
            </a:extLst>
          </p:cNvPr>
          <p:cNvCxnSpPr>
            <a:cxnSpLocks/>
            <a:stCxn id="505" idx="1"/>
          </p:cNvCxnSpPr>
          <p:nvPr/>
        </p:nvCxnSpPr>
        <p:spPr>
          <a:xfrm flipH="1">
            <a:off x="13476922" y="6419965"/>
            <a:ext cx="296646" cy="0"/>
          </a:xfrm>
          <a:prstGeom prst="straightConnector1">
            <a:avLst/>
          </a:prstGeom>
          <a:ln w="76200">
            <a:solidFill>
              <a:srgbClr val="F24158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5" name="TextBox 504">
            <a:extLst>
              <a:ext uri="{FF2B5EF4-FFF2-40B4-BE49-F238E27FC236}">
                <a16:creationId xmlns:a16="http://schemas.microsoft.com/office/drawing/2014/main" id="{D237F04C-CB25-47ED-B176-C5286E85B9C8}"/>
              </a:ext>
            </a:extLst>
          </p:cNvPr>
          <p:cNvSpPr txBox="1"/>
          <p:nvPr/>
        </p:nvSpPr>
        <p:spPr>
          <a:xfrm>
            <a:off x="13773568" y="6095965"/>
            <a:ext cx="1224000" cy="648000"/>
          </a:xfrm>
          <a:prstGeom prst="rect">
            <a:avLst/>
          </a:prstGeom>
          <a:solidFill>
            <a:srgbClr val="FEECEE"/>
          </a:solidFill>
          <a:ln w="19050">
            <a:solidFill>
              <a:srgbClr val="F24158"/>
            </a:solidFill>
            <a:prstDash val="solid"/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altLang="ko-KR" dirty="0">
                <a:solidFill>
                  <a:srgbClr val="F24158"/>
                </a:solidFill>
                <a:latin typeface="프리젠테이션 7 Bold" pitchFamily="2" charset="-127"/>
                <a:ea typeface="프리젠테이션 7 Bold" pitchFamily="2" charset="-127"/>
              </a:rPr>
              <a:t>OWL </a:t>
            </a:r>
          </a:p>
          <a:p>
            <a:pPr algn="ctr"/>
            <a:r>
              <a:rPr lang="en-US" altLang="ko-KR" dirty="0">
                <a:solidFill>
                  <a:srgbClr val="F24158"/>
                </a:solidFill>
                <a:latin typeface="프리젠테이션 7 Bold" pitchFamily="2" charset="-127"/>
                <a:ea typeface="프리젠테이션 7 Bold" pitchFamily="2" charset="-127"/>
              </a:rPr>
              <a:t>Reasoner</a:t>
            </a:r>
            <a:endParaRPr lang="ko-KR" altLang="en-US" dirty="0">
              <a:solidFill>
                <a:srgbClr val="F24158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cxnSp>
        <p:nvCxnSpPr>
          <p:cNvPr id="507" name="연결선: 꺾임 506">
            <a:extLst>
              <a:ext uri="{FF2B5EF4-FFF2-40B4-BE49-F238E27FC236}">
                <a16:creationId xmlns:a16="http://schemas.microsoft.com/office/drawing/2014/main" id="{31CE15B9-C6C0-4EDC-8688-6AB4376A74FC}"/>
              </a:ext>
            </a:extLst>
          </p:cNvPr>
          <p:cNvCxnSpPr>
            <a:cxnSpLocks/>
            <a:stCxn id="520" idx="2"/>
          </p:cNvCxnSpPr>
          <p:nvPr/>
        </p:nvCxnSpPr>
        <p:spPr>
          <a:xfrm rot="16200000" flipH="1">
            <a:off x="2898669" y="4031927"/>
            <a:ext cx="3336408" cy="600808"/>
          </a:xfrm>
          <a:prstGeom prst="bentConnector3">
            <a:avLst>
              <a:gd name="adj1" fmla="val 6987"/>
            </a:avLst>
          </a:prstGeom>
          <a:ln w="76200" cap="flat">
            <a:solidFill>
              <a:srgbClr val="7CAFDD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Box 507">
            <a:extLst>
              <a:ext uri="{FF2B5EF4-FFF2-40B4-BE49-F238E27FC236}">
                <a16:creationId xmlns:a16="http://schemas.microsoft.com/office/drawing/2014/main" id="{D6974804-3BFA-49C1-978D-A083FCC4D3E0}"/>
              </a:ext>
            </a:extLst>
          </p:cNvPr>
          <p:cNvSpPr txBox="1"/>
          <p:nvPr/>
        </p:nvSpPr>
        <p:spPr>
          <a:xfrm>
            <a:off x="3935448" y="3096286"/>
            <a:ext cx="1440000" cy="1027735"/>
          </a:xfrm>
          <a:prstGeom prst="roundRect">
            <a:avLst>
              <a:gd name="adj" fmla="val 7868"/>
            </a:avLst>
          </a:prstGeom>
          <a:solidFill>
            <a:srgbClr val="DEEBF7"/>
          </a:solidFill>
          <a:ln w="19050">
            <a:solidFill>
              <a:schemeClr val="accent5"/>
            </a:solidFill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79CA2F2B-1525-44C2-AF2A-D7349729E938}"/>
              </a:ext>
            </a:extLst>
          </p:cNvPr>
          <p:cNvSpPr txBox="1"/>
          <p:nvPr/>
        </p:nvSpPr>
        <p:spPr>
          <a:xfrm>
            <a:off x="3935448" y="3096287"/>
            <a:ext cx="14400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Ask Interface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A485992D-A1BB-4F0E-97EA-10460C615B57}"/>
              </a:ext>
            </a:extLst>
          </p:cNvPr>
          <p:cNvSpPr txBox="1"/>
          <p:nvPr/>
        </p:nvSpPr>
        <p:spPr>
          <a:xfrm>
            <a:off x="3935448" y="3414500"/>
            <a:ext cx="1440000" cy="276999"/>
          </a:xfrm>
          <a:prstGeom prst="rect">
            <a:avLst/>
          </a:prstGeom>
          <a:noFill/>
        </p:spPr>
        <p:txBody>
          <a:bodyPr wrap="square" lIns="72000" anchor="ctr">
            <a:spAutoFit/>
          </a:bodyPr>
          <a:lstStyle/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Scene query tools</a:t>
            </a:r>
            <a:endParaRPr lang="ko-KR" altLang="en-US" sz="12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DFB8F251-996A-4E2C-8B4F-9A7838850D15}"/>
              </a:ext>
            </a:extLst>
          </p:cNvPr>
          <p:cNvSpPr txBox="1"/>
          <p:nvPr/>
        </p:nvSpPr>
        <p:spPr>
          <a:xfrm>
            <a:off x="3935448" y="3660016"/>
            <a:ext cx="1440000" cy="461665"/>
          </a:xfrm>
          <a:prstGeom prst="rect">
            <a:avLst/>
          </a:prstGeom>
          <a:noFill/>
        </p:spPr>
        <p:txBody>
          <a:bodyPr wrap="square" lIns="72000" anchor="ctr">
            <a:spAutoFit/>
          </a:bodyPr>
          <a:lstStyle/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PDDL initial state </a:t>
            </a:r>
          </a:p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   extraction</a:t>
            </a:r>
            <a:endParaRPr lang="ko-KR" altLang="en-US" sz="12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14" name="연결선: 꺾임 513">
            <a:extLst>
              <a:ext uri="{FF2B5EF4-FFF2-40B4-BE49-F238E27FC236}">
                <a16:creationId xmlns:a16="http://schemas.microsoft.com/office/drawing/2014/main" id="{A92D8B45-08D6-44B6-ACAC-2D83D89AED39}"/>
              </a:ext>
            </a:extLst>
          </p:cNvPr>
          <p:cNvCxnSpPr>
            <a:cxnSpLocks/>
            <a:stCxn id="520" idx="2"/>
          </p:cNvCxnSpPr>
          <p:nvPr/>
        </p:nvCxnSpPr>
        <p:spPr>
          <a:xfrm rot="5400000">
            <a:off x="2296703" y="4030769"/>
            <a:ext cx="3336408" cy="603125"/>
          </a:xfrm>
          <a:prstGeom prst="bentConnector3">
            <a:avLst>
              <a:gd name="adj1" fmla="val 6987"/>
            </a:avLst>
          </a:prstGeom>
          <a:ln w="76200" cap="flat">
            <a:solidFill>
              <a:srgbClr val="7CAFDD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TextBox 514">
            <a:extLst>
              <a:ext uri="{FF2B5EF4-FFF2-40B4-BE49-F238E27FC236}">
                <a16:creationId xmlns:a16="http://schemas.microsoft.com/office/drawing/2014/main" id="{60CB24BD-00E7-46B1-9B21-E10607D8A97D}"/>
              </a:ext>
            </a:extLst>
          </p:cNvPr>
          <p:cNvSpPr txBox="1"/>
          <p:nvPr/>
        </p:nvSpPr>
        <p:spPr>
          <a:xfrm>
            <a:off x="3200648" y="4343873"/>
            <a:ext cx="1548000" cy="1258374"/>
          </a:xfrm>
          <a:prstGeom prst="roundRect">
            <a:avLst>
              <a:gd name="adj" fmla="val 7868"/>
            </a:avLst>
          </a:prstGeom>
          <a:solidFill>
            <a:srgbClr val="DEEBF7"/>
          </a:solidFill>
          <a:ln w="19050">
            <a:solidFill>
              <a:schemeClr val="accent5"/>
            </a:solidFill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C79CAC23-6ABF-42D9-923C-B4A227E10D21}"/>
              </a:ext>
            </a:extLst>
          </p:cNvPr>
          <p:cNvSpPr txBox="1"/>
          <p:nvPr/>
        </p:nvSpPr>
        <p:spPr>
          <a:xfrm>
            <a:off x="3200648" y="4343873"/>
            <a:ext cx="15480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Tell Interface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8BC14112-3500-4BA0-9017-34BC23C5F9E1}"/>
              </a:ext>
            </a:extLst>
          </p:cNvPr>
          <p:cNvSpPr txBox="1"/>
          <p:nvPr/>
        </p:nvSpPr>
        <p:spPr>
          <a:xfrm>
            <a:off x="3200648" y="4890185"/>
            <a:ext cx="1548000" cy="276999"/>
          </a:xfrm>
          <a:prstGeom prst="rect">
            <a:avLst/>
          </a:prstGeom>
          <a:noFill/>
        </p:spPr>
        <p:txBody>
          <a:bodyPr wrap="square" lIns="72000" anchor="ctr">
            <a:spAutoFit/>
          </a:bodyPr>
          <a:lstStyle/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Action update</a:t>
            </a:r>
            <a:endParaRPr lang="ko-KR" altLang="en-US" sz="12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E80B791E-73DA-40EC-BCD9-CC437E774380}"/>
              </a:ext>
            </a:extLst>
          </p:cNvPr>
          <p:cNvSpPr txBox="1"/>
          <p:nvPr/>
        </p:nvSpPr>
        <p:spPr>
          <a:xfrm>
            <a:off x="3200648" y="4662632"/>
            <a:ext cx="1548000" cy="276999"/>
          </a:xfrm>
          <a:prstGeom prst="rect">
            <a:avLst/>
          </a:prstGeom>
          <a:noFill/>
        </p:spPr>
        <p:txBody>
          <a:bodyPr wrap="square" lIns="72000" anchor="ctr">
            <a:spAutoFit/>
          </a:bodyPr>
          <a:lstStyle/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Observation update</a:t>
            </a:r>
            <a:endParaRPr lang="ko-KR" altLang="en-US" sz="12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4CBEE48A-29E3-4500-BCAE-A4D081314201}"/>
              </a:ext>
            </a:extLst>
          </p:cNvPr>
          <p:cNvSpPr txBox="1"/>
          <p:nvPr/>
        </p:nvSpPr>
        <p:spPr>
          <a:xfrm>
            <a:off x="3200648" y="5117739"/>
            <a:ext cx="1548000" cy="461665"/>
          </a:xfrm>
          <a:prstGeom prst="rect">
            <a:avLst/>
          </a:prstGeom>
          <a:noFill/>
        </p:spPr>
        <p:txBody>
          <a:bodyPr wrap="square" lIns="72000" anchor="ctr">
            <a:spAutoFit/>
          </a:bodyPr>
          <a:lstStyle/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Action effect </a:t>
            </a:r>
          </a:p>
          <a:p>
            <a:r>
              <a:rPr lang="en-US" altLang="ko-KR" sz="1200" dirty="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   simulation</a:t>
            </a:r>
            <a:endParaRPr lang="ko-KR" altLang="en-US" sz="12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7BBCEDD2-4B90-40D9-9584-95B37FD3E796}"/>
              </a:ext>
            </a:extLst>
          </p:cNvPr>
          <p:cNvSpPr txBox="1"/>
          <p:nvPr/>
        </p:nvSpPr>
        <p:spPr>
          <a:xfrm>
            <a:off x="3726469" y="1584127"/>
            <a:ext cx="1080000" cy="1080000"/>
          </a:xfrm>
          <a:prstGeom prst="roundRect">
            <a:avLst>
              <a:gd name="adj" fmla="val 1246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04E09220-5605-402D-96E3-5E65F17897FB}"/>
              </a:ext>
            </a:extLst>
          </p:cNvPr>
          <p:cNvSpPr txBox="1"/>
          <p:nvPr/>
        </p:nvSpPr>
        <p:spPr>
          <a:xfrm>
            <a:off x="13752605" y="6784210"/>
            <a:ext cx="1296000" cy="646331"/>
          </a:xfrm>
          <a:prstGeom prst="rect">
            <a:avLst/>
          </a:prstGeom>
          <a:noFill/>
        </p:spPr>
        <p:txBody>
          <a:bodyPr wrap="square" lIns="72000" anchor="ctr">
            <a:spAutoFit/>
          </a:bodyPr>
          <a:lstStyle/>
          <a:p>
            <a:r>
              <a:rPr lang="en-US" altLang="ko-KR" sz="1200">
                <a:solidFill>
                  <a:srgbClr val="091421"/>
                </a:solidFill>
                <a:latin typeface="프리젠테이션 5 Medium" pitchFamily="2" charset="-127"/>
                <a:ea typeface="프리젠테이션 5 Medium" pitchFamily="2" charset="-127"/>
              </a:rPr>
              <a:t>- OWL entailment materialization</a:t>
            </a:r>
            <a:endParaRPr lang="ko-KR" altLang="en-US" sz="1200" dirty="0">
              <a:solidFill>
                <a:srgbClr val="0914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C180509E-2226-4D78-8396-C268E82A7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9514" y="1640738"/>
            <a:ext cx="979200" cy="979200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A2743720-596A-47C1-96A2-C10DEB31E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76648" y="7046262"/>
            <a:ext cx="971999" cy="9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7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18059</TotalTime>
  <Words>153</Words>
  <Application>Microsoft Office PowerPoint</Application>
  <PresentationFormat>사용자 지정</PresentationFormat>
  <Paragraphs>115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프리젠테이션 5 Medium</vt:lpstr>
      <vt:lpstr>프리젠테이션 6 SemiBold</vt:lpstr>
      <vt:lpstr>프리젠테이션 7 Bold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남형우</dc:creator>
  <cp:lastModifiedBy>namh_woo</cp:lastModifiedBy>
  <cp:revision>337</cp:revision>
  <cp:lastPrinted>2025-12-29T15:39:57Z</cp:lastPrinted>
  <dcterms:created xsi:type="dcterms:W3CDTF">2025-12-21T12:06:50Z</dcterms:created>
  <dcterms:modified xsi:type="dcterms:W3CDTF">2026-10-04T07:44:57Z</dcterms:modified>
</cp:coreProperties>
</file>