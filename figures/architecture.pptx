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3"/>
  </p:notesMasterIdLst>
  <p:sldIdLst>
    <p:sldId id="282" r:id="rId2"/>
  </p:sldIdLst>
  <p:sldSz cx="18000663" cy="1079976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FF6F4"/>
    <a:srgbClr val="25B189"/>
    <a:srgbClr val="0074E0"/>
    <a:srgbClr val="EDF3F8"/>
    <a:srgbClr val="29C195"/>
    <a:srgbClr val="EFF7F5"/>
    <a:srgbClr val="404756"/>
    <a:srgbClr val="091421"/>
    <a:srgbClr val="F4F4F4"/>
    <a:srgbClr val="F8F2D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058" autoAdjust="0"/>
    <p:restoredTop sz="94660"/>
  </p:normalViewPr>
  <p:slideViewPr>
    <p:cSldViewPr snapToGrid="0">
      <p:cViewPr varScale="1">
        <p:scale>
          <a:sx n="68" d="100"/>
          <a:sy n="68" d="100"/>
        </p:scale>
        <p:origin x="1044" y="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F0B5C93-D17E-43AA-B3E3-DAEF4322437C}" type="datetimeFigureOut">
              <a:rPr lang="ko-KR" altLang="en-US" smtClean="0"/>
              <a:t>2026-10-04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857250" y="1143000"/>
            <a:ext cx="51435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8274CF4-90EF-4BFD-BADD-1D8AA6D3BC7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5085672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8274CF4-90EF-4BFD-BADD-1D8AA6D3BC7E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0089616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250083" y="1767462"/>
            <a:ext cx="13500497" cy="3759917"/>
          </a:xfrm>
        </p:spPr>
        <p:txBody>
          <a:bodyPr anchor="b"/>
          <a:lstStyle>
            <a:lvl1pPr algn="ctr">
              <a:defRPr sz="8858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250083" y="5672376"/>
            <a:ext cx="13500497" cy="2607442"/>
          </a:xfrm>
        </p:spPr>
        <p:txBody>
          <a:bodyPr/>
          <a:lstStyle>
            <a:lvl1pPr marL="0" indent="0" algn="ctr">
              <a:buNone/>
              <a:defRPr sz="3543"/>
            </a:lvl1pPr>
            <a:lvl2pPr marL="675010" indent="0" algn="ctr">
              <a:buNone/>
              <a:defRPr sz="2953"/>
            </a:lvl2pPr>
            <a:lvl3pPr marL="1350020" indent="0" algn="ctr">
              <a:buNone/>
              <a:defRPr sz="2658"/>
            </a:lvl3pPr>
            <a:lvl4pPr marL="2025030" indent="0" algn="ctr">
              <a:buNone/>
              <a:defRPr sz="2362"/>
            </a:lvl4pPr>
            <a:lvl5pPr marL="2700040" indent="0" algn="ctr">
              <a:buNone/>
              <a:defRPr sz="2362"/>
            </a:lvl5pPr>
            <a:lvl6pPr marL="3375050" indent="0" algn="ctr">
              <a:buNone/>
              <a:defRPr sz="2362"/>
            </a:lvl6pPr>
            <a:lvl7pPr marL="4050060" indent="0" algn="ctr">
              <a:buNone/>
              <a:defRPr sz="2362"/>
            </a:lvl7pPr>
            <a:lvl8pPr marL="4725071" indent="0" algn="ctr">
              <a:buNone/>
              <a:defRPr sz="2362"/>
            </a:lvl8pPr>
            <a:lvl9pPr marL="5400081" indent="0" algn="ctr">
              <a:buNone/>
              <a:defRPr sz="2362"/>
            </a:lvl9pPr>
          </a:lstStyle>
          <a:p>
            <a:r>
              <a:rPr lang="ko-KR" altLang="en-US"/>
              <a:t>클릭하여 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8A6729-EC7C-4452-8BB4-F3D669E368CD}" type="datetimeFigureOut">
              <a:rPr lang="ko-KR" altLang="en-US" smtClean="0"/>
              <a:t>2026-10-04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73BF58-E68E-4162-B777-19A9D25CCC0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6628764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8A6729-EC7C-4452-8BB4-F3D669E368CD}" type="datetimeFigureOut">
              <a:rPr lang="ko-KR" altLang="en-US" smtClean="0"/>
              <a:t>2026-10-04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73BF58-E68E-4162-B777-19A9D25CCC0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0311072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28170" y="2692442"/>
            <a:ext cx="15525572" cy="4492401"/>
          </a:xfrm>
        </p:spPr>
        <p:txBody>
          <a:bodyPr anchor="b"/>
          <a:lstStyle>
            <a:lvl1pPr>
              <a:defRPr sz="8858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28170" y="7227343"/>
            <a:ext cx="15525572" cy="2362447"/>
          </a:xfrm>
        </p:spPr>
        <p:txBody>
          <a:bodyPr/>
          <a:lstStyle>
            <a:lvl1pPr marL="0" indent="0">
              <a:buNone/>
              <a:defRPr sz="3543">
                <a:solidFill>
                  <a:schemeClr val="tx1">
                    <a:tint val="75000"/>
                  </a:schemeClr>
                </a:solidFill>
              </a:defRPr>
            </a:lvl1pPr>
            <a:lvl2pPr marL="675010" indent="0">
              <a:buNone/>
              <a:defRPr sz="2953">
                <a:solidFill>
                  <a:schemeClr val="tx1">
                    <a:tint val="75000"/>
                  </a:schemeClr>
                </a:solidFill>
              </a:defRPr>
            </a:lvl2pPr>
            <a:lvl3pPr marL="1350020" indent="0">
              <a:buNone/>
              <a:defRPr sz="2658">
                <a:solidFill>
                  <a:schemeClr val="tx1">
                    <a:tint val="75000"/>
                  </a:schemeClr>
                </a:solidFill>
              </a:defRPr>
            </a:lvl3pPr>
            <a:lvl4pPr marL="2025030" indent="0">
              <a:buNone/>
              <a:defRPr sz="2362">
                <a:solidFill>
                  <a:schemeClr val="tx1">
                    <a:tint val="75000"/>
                  </a:schemeClr>
                </a:solidFill>
              </a:defRPr>
            </a:lvl4pPr>
            <a:lvl5pPr marL="2700040" indent="0">
              <a:buNone/>
              <a:defRPr sz="2362">
                <a:solidFill>
                  <a:schemeClr val="tx1">
                    <a:tint val="75000"/>
                  </a:schemeClr>
                </a:solidFill>
              </a:defRPr>
            </a:lvl5pPr>
            <a:lvl6pPr marL="3375050" indent="0">
              <a:buNone/>
              <a:defRPr sz="2362">
                <a:solidFill>
                  <a:schemeClr val="tx1">
                    <a:tint val="75000"/>
                  </a:schemeClr>
                </a:solidFill>
              </a:defRPr>
            </a:lvl6pPr>
            <a:lvl7pPr marL="4050060" indent="0">
              <a:buNone/>
              <a:defRPr sz="2362">
                <a:solidFill>
                  <a:schemeClr val="tx1">
                    <a:tint val="75000"/>
                  </a:schemeClr>
                </a:solidFill>
              </a:defRPr>
            </a:lvl7pPr>
            <a:lvl8pPr marL="4725071" indent="0">
              <a:buNone/>
              <a:defRPr sz="2362">
                <a:solidFill>
                  <a:schemeClr val="tx1">
                    <a:tint val="75000"/>
                  </a:schemeClr>
                </a:solidFill>
              </a:defRPr>
            </a:lvl8pPr>
            <a:lvl9pPr marL="5400081" indent="0">
              <a:buNone/>
              <a:defRPr sz="2362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8A6729-EC7C-4452-8BB4-F3D669E368CD}" type="datetimeFigureOut">
              <a:rPr lang="ko-KR" altLang="en-US" smtClean="0"/>
              <a:t>2026-10-04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73BF58-E68E-4162-B777-19A9D25CCC0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4052418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37545" y="2874937"/>
            <a:ext cx="7650282" cy="6852350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9112836" y="2874937"/>
            <a:ext cx="7650282" cy="6852350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8A6729-EC7C-4452-8BB4-F3D669E368CD}" type="datetimeFigureOut">
              <a:rPr lang="ko-KR" altLang="en-US" smtClean="0"/>
              <a:t>2026-10-04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73BF58-E68E-4162-B777-19A9D25CCC0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621389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39890" y="574988"/>
            <a:ext cx="15525572" cy="2087455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39891" y="2647443"/>
            <a:ext cx="7615123" cy="1297471"/>
          </a:xfrm>
        </p:spPr>
        <p:txBody>
          <a:bodyPr anchor="b"/>
          <a:lstStyle>
            <a:lvl1pPr marL="0" indent="0">
              <a:buNone/>
              <a:defRPr sz="3543" b="1"/>
            </a:lvl1pPr>
            <a:lvl2pPr marL="675010" indent="0">
              <a:buNone/>
              <a:defRPr sz="2953" b="1"/>
            </a:lvl2pPr>
            <a:lvl3pPr marL="1350020" indent="0">
              <a:buNone/>
              <a:defRPr sz="2658" b="1"/>
            </a:lvl3pPr>
            <a:lvl4pPr marL="2025030" indent="0">
              <a:buNone/>
              <a:defRPr sz="2362" b="1"/>
            </a:lvl4pPr>
            <a:lvl5pPr marL="2700040" indent="0">
              <a:buNone/>
              <a:defRPr sz="2362" b="1"/>
            </a:lvl5pPr>
            <a:lvl6pPr marL="3375050" indent="0">
              <a:buNone/>
              <a:defRPr sz="2362" b="1"/>
            </a:lvl6pPr>
            <a:lvl7pPr marL="4050060" indent="0">
              <a:buNone/>
              <a:defRPr sz="2362" b="1"/>
            </a:lvl7pPr>
            <a:lvl8pPr marL="4725071" indent="0">
              <a:buNone/>
              <a:defRPr sz="2362" b="1"/>
            </a:lvl8pPr>
            <a:lvl9pPr marL="5400081" indent="0">
              <a:buNone/>
              <a:defRPr sz="2362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39891" y="3944914"/>
            <a:ext cx="7615123" cy="5802373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9112836" y="2647443"/>
            <a:ext cx="7652626" cy="1297471"/>
          </a:xfrm>
        </p:spPr>
        <p:txBody>
          <a:bodyPr anchor="b"/>
          <a:lstStyle>
            <a:lvl1pPr marL="0" indent="0">
              <a:buNone/>
              <a:defRPr sz="3543" b="1"/>
            </a:lvl1pPr>
            <a:lvl2pPr marL="675010" indent="0">
              <a:buNone/>
              <a:defRPr sz="2953" b="1"/>
            </a:lvl2pPr>
            <a:lvl3pPr marL="1350020" indent="0">
              <a:buNone/>
              <a:defRPr sz="2658" b="1"/>
            </a:lvl3pPr>
            <a:lvl4pPr marL="2025030" indent="0">
              <a:buNone/>
              <a:defRPr sz="2362" b="1"/>
            </a:lvl4pPr>
            <a:lvl5pPr marL="2700040" indent="0">
              <a:buNone/>
              <a:defRPr sz="2362" b="1"/>
            </a:lvl5pPr>
            <a:lvl6pPr marL="3375050" indent="0">
              <a:buNone/>
              <a:defRPr sz="2362" b="1"/>
            </a:lvl6pPr>
            <a:lvl7pPr marL="4050060" indent="0">
              <a:buNone/>
              <a:defRPr sz="2362" b="1"/>
            </a:lvl7pPr>
            <a:lvl8pPr marL="4725071" indent="0">
              <a:buNone/>
              <a:defRPr sz="2362" b="1"/>
            </a:lvl8pPr>
            <a:lvl9pPr marL="5400081" indent="0">
              <a:buNone/>
              <a:defRPr sz="2362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9112836" y="3944914"/>
            <a:ext cx="7652626" cy="5802373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8A6729-EC7C-4452-8BB4-F3D669E368CD}" type="datetimeFigureOut">
              <a:rPr lang="ko-KR" altLang="en-US" smtClean="0"/>
              <a:t>2026-10-04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73BF58-E68E-4162-B777-19A9D25CCC0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9185487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8A6729-EC7C-4452-8BB4-F3D669E368CD}" type="datetimeFigureOut">
              <a:rPr lang="ko-KR" altLang="en-US" smtClean="0"/>
              <a:t>2026-10-04</a:t>
            </a:fld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73BF58-E68E-4162-B777-19A9D25CCC0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3257877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8A6729-EC7C-4452-8BB4-F3D669E368CD}" type="datetimeFigureOut">
              <a:rPr lang="ko-KR" altLang="en-US" smtClean="0"/>
              <a:t>2026-10-04</a:t>
            </a:fld>
            <a:endParaRPr lang="ko-KR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73BF58-E68E-4162-B777-19A9D25CCC0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2478441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39891" y="719984"/>
            <a:ext cx="5805682" cy="2519945"/>
          </a:xfrm>
        </p:spPr>
        <p:txBody>
          <a:bodyPr anchor="b"/>
          <a:lstStyle>
            <a:lvl1pPr>
              <a:defRPr sz="4724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52626" y="1554966"/>
            <a:ext cx="9112836" cy="7674832"/>
          </a:xfrm>
        </p:spPr>
        <p:txBody>
          <a:bodyPr/>
          <a:lstStyle>
            <a:lvl1pPr>
              <a:defRPr sz="4724"/>
            </a:lvl1pPr>
            <a:lvl2pPr>
              <a:defRPr sz="4134"/>
            </a:lvl2pPr>
            <a:lvl3pPr>
              <a:defRPr sz="3543"/>
            </a:lvl3pPr>
            <a:lvl4pPr>
              <a:defRPr sz="2953"/>
            </a:lvl4pPr>
            <a:lvl5pPr>
              <a:defRPr sz="2953"/>
            </a:lvl5pPr>
            <a:lvl6pPr>
              <a:defRPr sz="2953"/>
            </a:lvl6pPr>
            <a:lvl7pPr>
              <a:defRPr sz="2953"/>
            </a:lvl7pPr>
            <a:lvl8pPr>
              <a:defRPr sz="2953"/>
            </a:lvl8pPr>
            <a:lvl9pPr>
              <a:defRPr sz="2953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39891" y="3239929"/>
            <a:ext cx="5805682" cy="6002369"/>
          </a:xfrm>
        </p:spPr>
        <p:txBody>
          <a:bodyPr/>
          <a:lstStyle>
            <a:lvl1pPr marL="0" indent="0">
              <a:buNone/>
              <a:defRPr sz="2362"/>
            </a:lvl1pPr>
            <a:lvl2pPr marL="675010" indent="0">
              <a:buNone/>
              <a:defRPr sz="2067"/>
            </a:lvl2pPr>
            <a:lvl3pPr marL="1350020" indent="0">
              <a:buNone/>
              <a:defRPr sz="1772"/>
            </a:lvl3pPr>
            <a:lvl4pPr marL="2025030" indent="0">
              <a:buNone/>
              <a:defRPr sz="1476"/>
            </a:lvl4pPr>
            <a:lvl5pPr marL="2700040" indent="0">
              <a:buNone/>
              <a:defRPr sz="1476"/>
            </a:lvl5pPr>
            <a:lvl6pPr marL="3375050" indent="0">
              <a:buNone/>
              <a:defRPr sz="1476"/>
            </a:lvl6pPr>
            <a:lvl7pPr marL="4050060" indent="0">
              <a:buNone/>
              <a:defRPr sz="1476"/>
            </a:lvl7pPr>
            <a:lvl8pPr marL="4725071" indent="0">
              <a:buNone/>
              <a:defRPr sz="1476"/>
            </a:lvl8pPr>
            <a:lvl9pPr marL="5400081" indent="0">
              <a:buNone/>
              <a:defRPr sz="1476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8A6729-EC7C-4452-8BB4-F3D669E368CD}" type="datetimeFigureOut">
              <a:rPr lang="ko-KR" altLang="en-US" smtClean="0"/>
              <a:t>2026-10-04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73BF58-E68E-4162-B777-19A9D25CCC0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3357321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39891" y="719984"/>
            <a:ext cx="5805682" cy="2519945"/>
          </a:xfrm>
        </p:spPr>
        <p:txBody>
          <a:bodyPr anchor="b"/>
          <a:lstStyle>
            <a:lvl1pPr>
              <a:defRPr sz="4724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652626" y="1554966"/>
            <a:ext cx="9112836" cy="7674832"/>
          </a:xfrm>
        </p:spPr>
        <p:txBody>
          <a:bodyPr anchor="t"/>
          <a:lstStyle>
            <a:lvl1pPr marL="0" indent="0">
              <a:buNone/>
              <a:defRPr sz="4724"/>
            </a:lvl1pPr>
            <a:lvl2pPr marL="675010" indent="0">
              <a:buNone/>
              <a:defRPr sz="4134"/>
            </a:lvl2pPr>
            <a:lvl3pPr marL="1350020" indent="0">
              <a:buNone/>
              <a:defRPr sz="3543"/>
            </a:lvl3pPr>
            <a:lvl4pPr marL="2025030" indent="0">
              <a:buNone/>
              <a:defRPr sz="2953"/>
            </a:lvl4pPr>
            <a:lvl5pPr marL="2700040" indent="0">
              <a:buNone/>
              <a:defRPr sz="2953"/>
            </a:lvl5pPr>
            <a:lvl6pPr marL="3375050" indent="0">
              <a:buNone/>
              <a:defRPr sz="2953"/>
            </a:lvl6pPr>
            <a:lvl7pPr marL="4050060" indent="0">
              <a:buNone/>
              <a:defRPr sz="2953"/>
            </a:lvl7pPr>
            <a:lvl8pPr marL="4725071" indent="0">
              <a:buNone/>
              <a:defRPr sz="2953"/>
            </a:lvl8pPr>
            <a:lvl9pPr marL="5400081" indent="0">
              <a:buNone/>
              <a:defRPr sz="2953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39891" y="3239929"/>
            <a:ext cx="5805682" cy="6002369"/>
          </a:xfrm>
        </p:spPr>
        <p:txBody>
          <a:bodyPr/>
          <a:lstStyle>
            <a:lvl1pPr marL="0" indent="0">
              <a:buNone/>
              <a:defRPr sz="2362"/>
            </a:lvl1pPr>
            <a:lvl2pPr marL="675010" indent="0">
              <a:buNone/>
              <a:defRPr sz="2067"/>
            </a:lvl2pPr>
            <a:lvl3pPr marL="1350020" indent="0">
              <a:buNone/>
              <a:defRPr sz="1772"/>
            </a:lvl3pPr>
            <a:lvl4pPr marL="2025030" indent="0">
              <a:buNone/>
              <a:defRPr sz="1476"/>
            </a:lvl4pPr>
            <a:lvl5pPr marL="2700040" indent="0">
              <a:buNone/>
              <a:defRPr sz="1476"/>
            </a:lvl5pPr>
            <a:lvl6pPr marL="3375050" indent="0">
              <a:buNone/>
              <a:defRPr sz="1476"/>
            </a:lvl6pPr>
            <a:lvl7pPr marL="4050060" indent="0">
              <a:buNone/>
              <a:defRPr sz="1476"/>
            </a:lvl7pPr>
            <a:lvl8pPr marL="4725071" indent="0">
              <a:buNone/>
              <a:defRPr sz="1476"/>
            </a:lvl8pPr>
            <a:lvl9pPr marL="5400081" indent="0">
              <a:buNone/>
              <a:defRPr sz="1476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8A6729-EC7C-4452-8BB4-F3D669E368CD}" type="datetimeFigureOut">
              <a:rPr lang="ko-KR" altLang="en-US" smtClean="0"/>
              <a:t>2026-10-04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73BF58-E68E-4162-B777-19A9D25CCC0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8062752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8A6729-EC7C-4452-8BB4-F3D669E368CD}" type="datetimeFigureOut">
              <a:rPr lang="ko-KR" altLang="en-US" smtClean="0"/>
              <a:t>2026-10-04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73BF58-E68E-4162-B777-19A9D25CCC0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3793633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2881724" y="574987"/>
            <a:ext cx="3881393" cy="9152300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37545" y="574987"/>
            <a:ext cx="11419171" cy="9152300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8A6729-EC7C-4452-8BB4-F3D669E368CD}" type="datetimeFigureOut">
              <a:rPr lang="ko-KR" altLang="en-US" smtClean="0"/>
              <a:t>2026-10-04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73BF58-E68E-4162-B777-19A9D25CCC0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0883590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37546" y="574988"/>
            <a:ext cx="15525572" cy="208745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37546" y="2874937"/>
            <a:ext cx="15525572" cy="685235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237546" y="10009781"/>
            <a:ext cx="4050149" cy="57498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772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08A6729-EC7C-4452-8BB4-F3D669E368CD}" type="datetimeFigureOut">
              <a:rPr lang="ko-KR" altLang="en-US" smtClean="0"/>
              <a:t>2026-10-04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962720" y="10009781"/>
            <a:ext cx="6075224" cy="57498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772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2712968" y="10009781"/>
            <a:ext cx="4050149" cy="57498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772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E73BF58-E68E-4162-B777-19A9D25CCC0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5774079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1350020" rtl="0" eaLnBrk="1" latinLnBrk="1" hangingPunct="1">
        <a:lnSpc>
          <a:spcPct val="90000"/>
        </a:lnSpc>
        <a:spcBef>
          <a:spcPct val="0"/>
        </a:spcBef>
        <a:buNone/>
        <a:defRPr sz="6496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37505" indent="-337505" algn="l" defTabSz="1350020" rtl="0" eaLnBrk="1" latinLnBrk="1" hangingPunct="1">
        <a:lnSpc>
          <a:spcPct val="90000"/>
        </a:lnSpc>
        <a:spcBef>
          <a:spcPts val="1476"/>
        </a:spcBef>
        <a:buFont typeface="Arial" panose="020B0604020202020204" pitchFamily="34" charset="0"/>
        <a:buChar char="•"/>
        <a:defRPr sz="4134" kern="1200">
          <a:solidFill>
            <a:schemeClr val="tx1"/>
          </a:solidFill>
          <a:latin typeface="+mn-lt"/>
          <a:ea typeface="+mn-ea"/>
          <a:cs typeface="+mn-cs"/>
        </a:defRPr>
      </a:lvl1pPr>
      <a:lvl2pPr marL="1012515" indent="-337505" algn="l" defTabSz="1350020" rtl="0" eaLnBrk="1" latinLnBrk="1" hangingPunct="1">
        <a:lnSpc>
          <a:spcPct val="90000"/>
        </a:lnSpc>
        <a:spcBef>
          <a:spcPts val="738"/>
        </a:spcBef>
        <a:buFont typeface="Arial" panose="020B0604020202020204" pitchFamily="34" charset="0"/>
        <a:buChar char="•"/>
        <a:defRPr sz="3543" kern="1200">
          <a:solidFill>
            <a:schemeClr val="tx1"/>
          </a:solidFill>
          <a:latin typeface="+mn-lt"/>
          <a:ea typeface="+mn-ea"/>
          <a:cs typeface="+mn-cs"/>
        </a:defRPr>
      </a:lvl2pPr>
      <a:lvl3pPr marL="1687525" indent="-337505" algn="l" defTabSz="1350020" rtl="0" eaLnBrk="1" latinLnBrk="1" hangingPunct="1">
        <a:lnSpc>
          <a:spcPct val="90000"/>
        </a:lnSpc>
        <a:spcBef>
          <a:spcPts val="738"/>
        </a:spcBef>
        <a:buFont typeface="Arial" panose="020B0604020202020204" pitchFamily="34" charset="0"/>
        <a:buChar char="•"/>
        <a:defRPr sz="2953" kern="1200">
          <a:solidFill>
            <a:schemeClr val="tx1"/>
          </a:solidFill>
          <a:latin typeface="+mn-lt"/>
          <a:ea typeface="+mn-ea"/>
          <a:cs typeface="+mn-cs"/>
        </a:defRPr>
      </a:lvl3pPr>
      <a:lvl4pPr marL="2362535" indent="-337505" algn="l" defTabSz="1350020" rtl="0" eaLnBrk="1" latinLnBrk="1" hangingPunct="1">
        <a:lnSpc>
          <a:spcPct val="90000"/>
        </a:lnSpc>
        <a:spcBef>
          <a:spcPts val="738"/>
        </a:spcBef>
        <a:buFont typeface="Arial" panose="020B0604020202020204" pitchFamily="34" charset="0"/>
        <a:buChar char="•"/>
        <a:defRPr sz="2658" kern="1200">
          <a:solidFill>
            <a:schemeClr val="tx1"/>
          </a:solidFill>
          <a:latin typeface="+mn-lt"/>
          <a:ea typeface="+mn-ea"/>
          <a:cs typeface="+mn-cs"/>
        </a:defRPr>
      </a:lvl4pPr>
      <a:lvl5pPr marL="3037545" indent="-337505" algn="l" defTabSz="1350020" rtl="0" eaLnBrk="1" latinLnBrk="1" hangingPunct="1">
        <a:lnSpc>
          <a:spcPct val="90000"/>
        </a:lnSpc>
        <a:spcBef>
          <a:spcPts val="738"/>
        </a:spcBef>
        <a:buFont typeface="Arial" panose="020B0604020202020204" pitchFamily="34" charset="0"/>
        <a:buChar char="•"/>
        <a:defRPr sz="2658" kern="1200">
          <a:solidFill>
            <a:schemeClr val="tx1"/>
          </a:solidFill>
          <a:latin typeface="+mn-lt"/>
          <a:ea typeface="+mn-ea"/>
          <a:cs typeface="+mn-cs"/>
        </a:defRPr>
      </a:lvl5pPr>
      <a:lvl6pPr marL="3712555" indent="-337505" algn="l" defTabSz="1350020" rtl="0" eaLnBrk="1" latinLnBrk="1" hangingPunct="1">
        <a:lnSpc>
          <a:spcPct val="90000"/>
        </a:lnSpc>
        <a:spcBef>
          <a:spcPts val="738"/>
        </a:spcBef>
        <a:buFont typeface="Arial" panose="020B0604020202020204" pitchFamily="34" charset="0"/>
        <a:buChar char="•"/>
        <a:defRPr sz="2658" kern="1200">
          <a:solidFill>
            <a:schemeClr val="tx1"/>
          </a:solidFill>
          <a:latin typeface="+mn-lt"/>
          <a:ea typeface="+mn-ea"/>
          <a:cs typeface="+mn-cs"/>
        </a:defRPr>
      </a:lvl6pPr>
      <a:lvl7pPr marL="4387566" indent="-337505" algn="l" defTabSz="1350020" rtl="0" eaLnBrk="1" latinLnBrk="1" hangingPunct="1">
        <a:lnSpc>
          <a:spcPct val="90000"/>
        </a:lnSpc>
        <a:spcBef>
          <a:spcPts val="738"/>
        </a:spcBef>
        <a:buFont typeface="Arial" panose="020B0604020202020204" pitchFamily="34" charset="0"/>
        <a:buChar char="•"/>
        <a:defRPr sz="2658" kern="1200">
          <a:solidFill>
            <a:schemeClr val="tx1"/>
          </a:solidFill>
          <a:latin typeface="+mn-lt"/>
          <a:ea typeface="+mn-ea"/>
          <a:cs typeface="+mn-cs"/>
        </a:defRPr>
      </a:lvl7pPr>
      <a:lvl8pPr marL="5062576" indent="-337505" algn="l" defTabSz="1350020" rtl="0" eaLnBrk="1" latinLnBrk="1" hangingPunct="1">
        <a:lnSpc>
          <a:spcPct val="90000"/>
        </a:lnSpc>
        <a:spcBef>
          <a:spcPts val="738"/>
        </a:spcBef>
        <a:buFont typeface="Arial" panose="020B0604020202020204" pitchFamily="34" charset="0"/>
        <a:buChar char="•"/>
        <a:defRPr sz="2658" kern="1200">
          <a:solidFill>
            <a:schemeClr val="tx1"/>
          </a:solidFill>
          <a:latin typeface="+mn-lt"/>
          <a:ea typeface="+mn-ea"/>
          <a:cs typeface="+mn-cs"/>
        </a:defRPr>
      </a:lvl8pPr>
      <a:lvl9pPr marL="5737586" indent="-337505" algn="l" defTabSz="1350020" rtl="0" eaLnBrk="1" latinLnBrk="1" hangingPunct="1">
        <a:lnSpc>
          <a:spcPct val="90000"/>
        </a:lnSpc>
        <a:spcBef>
          <a:spcPts val="738"/>
        </a:spcBef>
        <a:buFont typeface="Arial" panose="020B0604020202020204" pitchFamily="34" charset="0"/>
        <a:buChar char="•"/>
        <a:defRPr sz="2658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350020" rtl="0" eaLnBrk="1" latinLnBrk="1" hangingPunct="1">
        <a:defRPr sz="2658" kern="1200">
          <a:solidFill>
            <a:schemeClr val="tx1"/>
          </a:solidFill>
          <a:latin typeface="+mn-lt"/>
          <a:ea typeface="+mn-ea"/>
          <a:cs typeface="+mn-cs"/>
        </a:defRPr>
      </a:lvl1pPr>
      <a:lvl2pPr marL="675010" algn="l" defTabSz="1350020" rtl="0" eaLnBrk="1" latinLnBrk="1" hangingPunct="1">
        <a:defRPr sz="2658" kern="1200">
          <a:solidFill>
            <a:schemeClr val="tx1"/>
          </a:solidFill>
          <a:latin typeface="+mn-lt"/>
          <a:ea typeface="+mn-ea"/>
          <a:cs typeface="+mn-cs"/>
        </a:defRPr>
      </a:lvl2pPr>
      <a:lvl3pPr marL="1350020" algn="l" defTabSz="1350020" rtl="0" eaLnBrk="1" latinLnBrk="1" hangingPunct="1">
        <a:defRPr sz="2658" kern="1200">
          <a:solidFill>
            <a:schemeClr val="tx1"/>
          </a:solidFill>
          <a:latin typeface="+mn-lt"/>
          <a:ea typeface="+mn-ea"/>
          <a:cs typeface="+mn-cs"/>
        </a:defRPr>
      </a:lvl3pPr>
      <a:lvl4pPr marL="2025030" algn="l" defTabSz="1350020" rtl="0" eaLnBrk="1" latinLnBrk="1" hangingPunct="1">
        <a:defRPr sz="2658" kern="1200">
          <a:solidFill>
            <a:schemeClr val="tx1"/>
          </a:solidFill>
          <a:latin typeface="+mn-lt"/>
          <a:ea typeface="+mn-ea"/>
          <a:cs typeface="+mn-cs"/>
        </a:defRPr>
      </a:lvl4pPr>
      <a:lvl5pPr marL="2700040" algn="l" defTabSz="1350020" rtl="0" eaLnBrk="1" latinLnBrk="1" hangingPunct="1">
        <a:defRPr sz="2658" kern="1200">
          <a:solidFill>
            <a:schemeClr val="tx1"/>
          </a:solidFill>
          <a:latin typeface="+mn-lt"/>
          <a:ea typeface="+mn-ea"/>
          <a:cs typeface="+mn-cs"/>
        </a:defRPr>
      </a:lvl5pPr>
      <a:lvl6pPr marL="3375050" algn="l" defTabSz="1350020" rtl="0" eaLnBrk="1" latinLnBrk="1" hangingPunct="1">
        <a:defRPr sz="2658" kern="1200">
          <a:solidFill>
            <a:schemeClr val="tx1"/>
          </a:solidFill>
          <a:latin typeface="+mn-lt"/>
          <a:ea typeface="+mn-ea"/>
          <a:cs typeface="+mn-cs"/>
        </a:defRPr>
      </a:lvl6pPr>
      <a:lvl7pPr marL="4050060" algn="l" defTabSz="1350020" rtl="0" eaLnBrk="1" latinLnBrk="1" hangingPunct="1">
        <a:defRPr sz="2658" kern="1200">
          <a:solidFill>
            <a:schemeClr val="tx1"/>
          </a:solidFill>
          <a:latin typeface="+mn-lt"/>
          <a:ea typeface="+mn-ea"/>
          <a:cs typeface="+mn-cs"/>
        </a:defRPr>
      </a:lvl7pPr>
      <a:lvl8pPr marL="4725071" algn="l" defTabSz="1350020" rtl="0" eaLnBrk="1" latinLnBrk="1" hangingPunct="1">
        <a:defRPr sz="2658" kern="1200">
          <a:solidFill>
            <a:schemeClr val="tx1"/>
          </a:solidFill>
          <a:latin typeface="+mn-lt"/>
          <a:ea typeface="+mn-ea"/>
          <a:cs typeface="+mn-cs"/>
        </a:defRPr>
      </a:lvl8pPr>
      <a:lvl9pPr marL="5400081" algn="l" defTabSz="1350020" rtl="0" eaLnBrk="1" latinLnBrk="1" hangingPunct="1">
        <a:defRPr sz="2658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svg"/><Relationship Id="rId13" Type="http://schemas.openxmlformats.org/officeDocument/2006/relationships/image" Target="../media/image11.png"/><Relationship Id="rId18" Type="http://schemas.openxmlformats.org/officeDocument/2006/relationships/image" Target="../media/image16.svg"/><Relationship Id="rId26" Type="http://schemas.openxmlformats.org/officeDocument/2006/relationships/image" Target="../media/image24.svg"/><Relationship Id="rId3" Type="http://schemas.openxmlformats.org/officeDocument/2006/relationships/image" Target="../media/image1.png"/><Relationship Id="rId21" Type="http://schemas.openxmlformats.org/officeDocument/2006/relationships/image" Target="../media/image19.png"/><Relationship Id="rId7" Type="http://schemas.openxmlformats.org/officeDocument/2006/relationships/image" Target="../media/image5.png"/><Relationship Id="rId12" Type="http://schemas.openxmlformats.org/officeDocument/2006/relationships/image" Target="../media/image10.svg"/><Relationship Id="rId17" Type="http://schemas.openxmlformats.org/officeDocument/2006/relationships/image" Target="../media/image15.png"/><Relationship Id="rId25" Type="http://schemas.openxmlformats.org/officeDocument/2006/relationships/image" Target="../media/image23.png"/><Relationship Id="rId2" Type="http://schemas.openxmlformats.org/officeDocument/2006/relationships/notesSlide" Target="../notesSlides/notesSlide1.xml"/><Relationship Id="rId16" Type="http://schemas.openxmlformats.org/officeDocument/2006/relationships/image" Target="../media/image14.svg"/><Relationship Id="rId20" Type="http://schemas.openxmlformats.org/officeDocument/2006/relationships/image" Target="../media/image18.svg"/><Relationship Id="rId29" Type="http://schemas.openxmlformats.org/officeDocument/2006/relationships/image" Target="../media/image2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svg"/><Relationship Id="rId11" Type="http://schemas.openxmlformats.org/officeDocument/2006/relationships/image" Target="../media/image9.png"/><Relationship Id="rId24" Type="http://schemas.openxmlformats.org/officeDocument/2006/relationships/image" Target="../media/image22.svg"/><Relationship Id="rId5" Type="http://schemas.openxmlformats.org/officeDocument/2006/relationships/image" Target="../media/image3.png"/><Relationship Id="rId15" Type="http://schemas.openxmlformats.org/officeDocument/2006/relationships/image" Target="../media/image13.png"/><Relationship Id="rId23" Type="http://schemas.openxmlformats.org/officeDocument/2006/relationships/image" Target="../media/image21.png"/><Relationship Id="rId28" Type="http://schemas.openxmlformats.org/officeDocument/2006/relationships/image" Target="../media/image26.svg"/><Relationship Id="rId10" Type="http://schemas.openxmlformats.org/officeDocument/2006/relationships/image" Target="../media/image8.svg"/><Relationship Id="rId19" Type="http://schemas.openxmlformats.org/officeDocument/2006/relationships/image" Target="../media/image17.png"/><Relationship Id="rId4" Type="http://schemas.openxmlformats.org/officeDocument/2006/relationships/image" Target="../media/image2.svg"/><Relationship Id="rId9" Type="http://schemas.openxmlformats.org/officeDocument/2006/relationships/image" Target="../media/image7.png"/><Relationship Id="rId14" Type="http://schemas.openxmlformats.org/officeDocument/2006/relationships/image" Target="../media/image12.svg"/><Relationship Id="rId22" Type="http://schemas.openxmlformats.org/officeDocument/2006/relationships/image" Target="../media/image20.svg"/><Relationship Id="rId27" Type="http://schemas.openxmlformats.org/officeDocument/2006/relationships/image" Target="../media/image25.png"/><Relationship Id="rId30" Type="http://schemas.openxmlformats.org/officeDocument/2006/relationships/image" Target="../media/image28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TextBox 167">
            <a:extLst>
              <a:ext uri="{FF2B5EF4-FFF2-40B4-BE49-F238E27FC236}">
                <a16:creationId xmlns:a16="http://schemas.microsoft.com/office/drawing/2014/main" id="{163BE4BA-CC4F-425C-8B8B-E0BAD62C2F02}"/>
              </a:ext>
            </a:extLst>
          </p:cNvPr>
          <p:cNvSpPr txBox="1"/>
          <p:nvPr/>
        </p:nvSpPr>
        <p:spPr>
          <a:xfrm>
            <a:off x="10935146" y="2290492"/>
            <a:ext cx="396000" cy="144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spAutoFit/>
          </a:bodyPr>
          <a:lstStyle/>
          <a:p>
            <a:pPr defTabSz="914313" latinLnBrk="1"/>
            <a:r>
              <a:rPr lang="en-US" altLang="ko-KR" sz="1200" dirty="0">
                <a:solidFill>
                  <a:prstClr val="black"/>
                </a:solidFill>
                <a:latin typeface="프리젠테이션 6 SemiBold" pitchFamily="2" charset="-127"/>
                <a:ea typeface="프리젠테이션 6 SemiBold" pitchFamily="2" charset="-127"/>
              </a:rPr>
              <a:t>Agent</a:t>
            </a:r>
            <a:endParaRPr lang="ko-KR" altLang="en-US" sz="1200" dirty="0">
              <a:solidFill>
                <a:prstClr val="black"/>
              </a:solidFill>
              <a:latin typeface="프리젠테이션 6 SemiBold" pitchFamily="2" charset="-127"/>
              <a:ea typeface="프리젠테이션 6 SemiBold" pitchFamily="2" charset="-127"/>
            </a:endParaRPr>
          </a:p>
        </p:txBody>
      </p:sp>
      <p:sp>
        <p:nvSpPr>
          <p:cNvPr id="170" name="TextBox 169">
            <a:extLst>
              <a:ext uri="{FF2B5EF4-FFF2-40B4-BE49-F238E27FC236}">
                <a16:creationId xmlns:a16="http://schemas.microsoft.com/office/drawing/2014/main" id="{03AB3C9F-7E0C-4444-91E6-00D9FB6FB9E8}"/>
              </a:ext>
            </a:extLst>
          </p:cNvPr>
          <p:cNvSpPr txBox="1"/>
          <p:nvPr/>
        </p:nvSpPr>
        <p:spPr>
          <a:xfrm>
            <a:off x="10935146" y="2565406"/>
            <a:ext cx="396000" cy="144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spAutoFit/>
          </a:bodyPr>
          <a:lstStyle/>
          <a:p>
            <a:pPr defTabSz="914313" latinLnBrk="1"/>
            <a:r>
              <a:rPr lang="en-US" altLang="ko-KR" sz="1200" dirty="0">
                <a:solidFill>
                  <a:prstClr val="black"/>
                </a:solidFill>
                <a:latin typeface="프리젠테이션 6 SemiBold" pitchFamily="2" charset="-127"/>
                <a:ea typeface="프리젠테이션 6 SemiBold" pitchFamily="2" charset="-127"/>
              </a:rPr>
              <a:t>Tool</a:t>
            </a:r>
            <a:endParaRPr lang="ko-KR" altLang="en-US" sz="1200" dirty="0">
              <a:solidFill>
                <a:prstClr val="black"/>
              </a:solidFill>
              <a:latin typeface="프리젠테이션 6 SemiBold" pitchFamily="2" charset="-127"/>
              <a:ea typeface="프리젠테이션 6 SemiBold" pitchFamily="2" charset="-127"/>
            </a:endParaRPr>
          </a:p>
        </p:txBody>
      </p:sp>
      <p:sp>
        <p:nvSpPr>
          <p:cNvPr id="185" name="TextBox 184">
            <a:extLst>
              <a:ext uri="{FF2B5EF4-FFF2-40B4-BE49-F238E27FC236}">
                <a16:creationId xmlns:a16="http://schemas.microsoft.com/office/drawing/2014/main" id="{08A9542D-6F68-4D9D-95A5-EF1047AD748C}"/>
              </a:ext>
            </a:extLst>
          </p:cNvPr>
          <p:cNvSpPr txBox="1"/>
          <p:nvPr/>
        </p:nvSpPr>
        <p:spPr>
          <a:xfrm>
            <a:off x="11807127" y="2290492"/>
            <a:ext cx="1044000" cy="144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spAutoFit/>
          </a:bodyPr>
          <a:lstStyle/>
          <a:p>
            <a:pPr defTabSz="914313" latinLnBrk="1"/>
            <a:r>
              <a:rPr lang="en-US" altLang="ko-KR" sz="1200" dirty="0">
                <a:solidFill>
                  <a:prstClr val="black"/>
                </a:solidFill>
                <a:latin typeface="프리젠테이션 6 SemiBold" pitchFamily="2" charset="-127"/>
                <a:ea typeface="프리젠테이션 6 SemiBold" pitchFamily="2" charset="-127"/>
              </a:rPr>
              <a:t>Read memory</a:t>
            </a:r>
            <a:endParaRPr lang="ko-KR" altLang="en-US" sz="1200" dirty="0">
              <a:solidFill>
                <a:prstClr val="black"/>
              </a:solidFill>
              <a:latin typeface="프리젠테이션 6 SemiBold" pitchFamily="2" charset="-127"/>
              <a:ea typeface="프리젠테이션 6 SemiBold" pitchFamily="2" charset="-127"/>
            </a:endParaRPr>
          </a:p>
        </p:txBody>
      </p:sp>
      <p:sp>
        <p:nvSpPr>
          <p:cNvPr id="187" name="TextBox 186">
            <a:extLst>
              <a:ext uri="{FF2B5EF4-FFF2-40B4-BE49-F238E27FC236}">
                <a16:creationId xmlns:a16="http://schemas.microsoft.com/office/drawing/2014/main" id="{EC65B1BE-F74C-4052-80AC-604CDD4BC666}"/>
              </a:ext>
            </a:extLst>
          </p:cNvPr>
          <p:cNvSpPr txBox="1"/>
          <p:nvPr/>
        </p:nvSpPr>
        <p:spPr>
          <a:xfrm>
            <a:off x="13292872" y="2290492"/>
            <a:ext cx="972000" cy="144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spAutoFit/>
          </a:bodyPr>
          <a:lstStyle/>
          <a:p>
            <a:pPr defTabSz="914313" latinLnBrk="1"/>
            <a:r>
              <a:rPr lang="en-US" altLang="ko-KR" sz="1200" dirty="0">
                <a:solidFill>
                  <a:prstClr val="black"/>
                </a:solidFill>
                <a:latin typeface="프리젠테이션 6 SemiBold" pitchFamily="2" charset="-127"/>
                <a:ea typeface="프리젠테이션 6 SemiBold" pitchFamily="2" charset="-127"/>
              </a:rPr>
              <a:t>Write memory</a:t>
            </a:r>
            <a:endParaRPr lang="ko-KR" altLang="en-US" sz="1200" dirty="0">
              <a:solidFill>
                <a:prstClr val="black"/>
              </a:solidFill>
              <a:latin typeface="프리젠테이션 6 SemiBold" pitchFamily="2" charset="-127"/>
              <a:ea typeface="프리젠테이션 6 SemiBold" pitchFamily="2" charset="-127"/>
            </a:endParaRPr>
          </a:p>
        </p:txBody>
      </p:sp>
      <p:sp>
        <p:nvSpPr>
          <p:cNvPr id="188" name="TextBox 187">
            <a:extLst>
              <a:ext uri="{FF2B5EF4-FFF2-40B4-BE49-F238E27FC236}">
                <a16:creationId xmlns:a16="http://schemas.microsoft.com/office/drawing/2014/main" id="{C08E8AB6-CB0F-4DF3-87F2-50BAAC8AA03C}"/>
              </a:ext>
            </a:extLst>
          </p:cNvPr>
          <p:cNvSpPr txBox="1"/>
          <p:nvPr/>
        </p:nvSpPr>
        <p:spPr>
          <a:xfrm>
            <a:off x="13292872" y="2565406"/>
            <a:ext cx="972000" cy="144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spAutoFit/>
          </a:bodyPr>
          <a:lstStyle/>
          <a:p>
            <a:pPr defTabSz="914313" latinLnBrk="1"/>
            <a:r>
              <a:rPr lang="en-US" altLang="ko-KR" sz="1200" dirty="0">
                <a:solidFill>
                  <a:prstClr val="black"/>
                </a:solidFill>
                <a:latin typeface="프리젠테이션 6 SemiBold" pitchFamily="2" charset="-127"/>
                <a:ea typeface="프리젠테이션 6 SemiBold" pitchFamily="2" charset="-127"/>
              </a:rPr>
              <a:t>Routing option</a:t>
            </a:r>
            <a:endParaRPr lang="ko-KR" altLang="en-US" sz="1200" dirty="0">
              <a:solidFill>
                <a:prstClr val="black"/>
              </a:solidFill>
              <a:latin typeface="프리젠테이션 6 SemiBold" pitchFamily="2" charset="-127"/>
              <a:ea typeface="프리젠테이션 6 SemiBold" pitchFamily="2" charset="-127"/>
            </a:endParaRPr>
          </a:p>
        </p:txBody>
      </p:sp>
      <p:sp>
        <p:nvSpPr>
          <p:cNvPr id="321" name="TextBox 320">
            <a:extLst>
              <a:ext uri="{FF2B5EF4-FFF2-40B4-BE49-F238E27FC236}">
                <a16:creationId xmlns:a16="http://schemas.microsoft.com/office/drawing/2014/main" id="{65A68B9F-D889-4DDB-84CA-769E9CB45C3F}"/>
              </a:ext>
            </a:extLst>
          </p:cNvPr>
          <p:cNvSpPr txBox="1"/>
          <p:nvPr/>
        </p:nvSpPr>
        <p:spPr>
          <a:xfrm>
            <a:off x="12263454" y="5237194"/>
            <a:ext cx="1044000" cy="461665"/>
          </a:xfrm>
          <a:prstGeom prst="rect">
            <a:avLst/>
          </a:prstGeom>
          <a:noFill/>
          <a:ln w="19050">
            <a:noFill/>
          </a:ln>
        </p:spPr>
        <p:txBody>
          <a:bodyPr wrap="square" rtlCol="0">
            <a:spAutoFit/>
          </a:bodyPr>
          <a:lstStyle/>
          <a:p>
            <a:pPr algn="ctr" defTabSz="914313" latinLnBrk="1"/>
            <a:r>
              <a:rPr lang="en-US" altLang="ko-KR" sz="1200" dirty="0">
                <a:solidFill>
                  <a:prstClr val="black"/>
                </a:solidFill>
                <a:latin typeface="프리젠테이션 5 Medium" pitchFamily="2" charset="-127"/>
                <a:ea typeface="프리젠테이션 5 Medium" pitchFamily="2" charset="-127"/>
              </a:rPr>
              <a:t>simulate </a:t>
            </a:r>
          </a:p>
          <a:p>
            <a:pPr algn="ctr" defTabSz="914313" latinLnBrk="1"/>
            <a:r>
              <a:rPr lang="en-US" altLang="ko-KR" sz="1200" dirty="0">
                <a:solidFill>
                  <a:prstClr val="black"/>
                </a:solidFill>
                <a:latin typeface="프리젠테이션 5 Medium" pitchFamily="2" charset="-127"/>
                <a:ea typeface="프리젠테이션 5 Medium" pitchFamily="2" charset="-127"/>
              </a:rPr>
              <a:t>action effect</a:t>
            </a:r>
            <a:endParaRPr lang="ko-KR" altLang="en-US" sz="1200" dirty="0">
              <a:solidFill>
                <a:prstClr val="black"/>
              </a:solidFill>
              <a:latin typeface="프리젠테이션 5 Medium" pitchFamily="2" charset="-127"/>
              <a:ea typeface="프리젠테이션 5 Medium" pitchFamily="2" charset="-127"/>
            </a:endParaRPr>
          </a:p>
        </p:txBody>
      </p:sp>
      <p:sp>
        <p:nvSpPr>
          <p:cNvPr id="400" name="TextBox 399">
            <a:extLst>
              <a:ext uri="{FF2B5EF4-FFF2-40B4-BE49-F238E27FC236}">
                <a16:creationId xmlns:a16="http://schemas.microsoft.com/office/drawing/2014/main" id="{ACF90E71-2D7A-4EDF-80DA-C7AFBC23DFC3}"/>
              </a:ext>
            </a:extLst>
          </p:cNvPr>
          <p:cNvSpPr txBox="1"/>
          <p:nvPr/>
        </p:nvSpPr>
        <p:spPr>
          <a:xfrm>
            <a:off x="11807127" y="2565406"/>
            <a:ext cx="1044000" cy="144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spAutoFit/>
          </a:bodyPr>
          <a:lstStyle/>
          <a:p>
            <a:pPr defTabSz="914313" latinLnBrk="1"/>
            <a:r>
              <a:rPr lang="en-US" altLang="ko-KR" sz="1200" dirty="0">
                <a:solidFill>
                  <a:prstClr val="black"/>
                </a:solidFill>
                <a:latin typeface="프리젠테이션 6 SemiBold" pitchFamily="2" charset="-127"/>
                <a:ea typeface="프리젠테이션 6 SemiBold" pitchFamily="2" charset="-127"/>
              </a:rPr>
              <a:t>System prompt</a:t>
            </a:r>
            <a:endParaRPr lang="ko-KR" altLang="en-US" sz="1200" dirty="0">
              <a:solidFill>
                <a:prstClr val="black"/>
              </a:solidFill>
              <a:latin typeface="프리젠테이션 6 SemiBold" pitchFamily="2" charset="-127"/>
              <a:ea typeface="프리젠테이션 6 SemiBold" pitchFamily="2" charset="-127"/>
            </a:endParaRPr>
          </a:p>
        </p:txBody>
      </p:sp>
      <p:cxnSp>
        <p:nvCxnSpPr>
          <p:cNvPr id="422" name="직선 화살표 연결선 421">
            <a:extLst>
              <a:ext uri="{FF2B5EF4-FFF2-40B4-BE49-F238E27FC236}">
                <a16:creationId xmlns:a16="http://schemas.microsoft.com/office/drawing/2014/main" id="{2163048E-08AC-41F2-A6CF-FD202AB0A59F}"/>
              </a:ext>
            </a:extLst>
          </p:cNvPr>
          <p:cNvCxnSpPr>
            <a:cxnSpLocks/>
          </p:cNvCxnSpPr>
          <p:nvPr/>
        </p:nvCxnSpPr>
        <p:spPr>
          <a:xfrm>
            <a:off x="6768826" y="6960027"/>
            <a:ext cx="222279" cy="0"/>
          </a:xfrm>
          <a:prstGeom prst="straightConnector1">
            <a:avLst/>
          </a:prstGeom>
          <a:ln w="38100">
            <a:solidFill>
              <a:srgbClr val="404756"/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0" name="TextBox 439">
            <a:extLst>
              <a:ext uri="{FF2B5EF4-FFF2-40B4-BE49-F238E27FC236}">
                <a16:creationId xmlns:a16="http://schemas.microsoft.com/office/drawing/2014/main" id="{BCB1069C-F1AA-4F99-AE38-D43A53D35C75}"/>
              </a:ext>
            </a:extLst>
          </p:cNvPr>
          <p:cNvSpPr txBox="1"/>
          <p:nvPr/>
        </p:nvSpPr>
        <p:spPr>
          <a:xfrm>
            <a:off x="13492247" y="5329527"/>
            <a:ext cx="611645" cy="276999"/>
          </a:xfrm>
          <a:prstGeom prst="rect">
            <a:avLst/>
          </a:prstGeom>
          <a:noFill/>
          <a:ln w="19050">
            <a:noFill/>
          </a:ln>
        </p:spPr>
        <p:txBody>
          <a:bodyPr wrap="square" rtlCol="0">
            <a:spAutoFit/>
          </a:bodyPr>
          <a:lstStyle/>
          <a:p>
            <a:pPr algn="ctr" defTabSz="914313" latinLnBrk="1"/>
            <a:r>
              <a:rPr lang="en-US" altLang="ko-KR" sz="1200" dirty="0">
                <a:solidFill>
                  <a:prstClr val="black"/>
                </a:solidFill>
                <a:latin typeface="프리젠테이션 5 Medium" pitchFamily="2" charset="-127"/>
                <a:ea typeface="프리젠테이션 5 Medium" pitchFamily="2" charset="-127"/>
              </a:rPr>
              <a:t>action</a:t>
            </a:r>
            <a:endParaRPr lang="ko-KR" altLang="en-US" sz="1200" dirty="0">
              <a:solidFill>
                <a:prstClr val="black"/>
              </a:solidFill>
              <a:latin typeface="프리젠테이션 5 Medium" pitchFamily="2" charset="-127"/>
              <a:ea typeface="프리젠테이션 5 Medium" pitchFamily="2" charset="-127"/>
            </a:endParaRPr>
          </a:p>
        </p:txBody>
      </p:sp>
      <p:cxnSp>
        <p:nvCxnSpPr>
          <p:cNvPr id="459" name="직선 화살표 연결선 458">
            <a:extLst>
              <a:ext uri="{FF2B5EF4-FFF2-40B4-BE49-F238E27FC236}">
                <a16:creationId xmlns:a16="http://schemas.microsoft.com/office/drawing/2014/main" id="{7483050A-DE16-4D86-8F30-19EA37BD7370}"/>
              </a:ext>
            </a:extLst>
          </p:cNvPr>
          <p:cNvCxnSpPr>
            <a:cxnSpLocks/>
            <a:endCxn id="348" idx="1"/>
          </p:cNvCxnSpPr>
          <p:nvPr/>
        </p:nvCxnSpPr>
        <p:spPr>
          <a:xfrm flipV="1">
            <a:off x="10139310" y="7878683"/>
            <a:ext cx="3067260" cy="4407"/>
          </a:xfrm>
          <a:prstGeom prst="straightConnector1">
            <a:avLst/>
          </a:prstGeom>
          <a:ln w="38100">
            <a:solidFill>
              <a:srgbClr val="404756"/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2" name="TextBox 461">
            <a:extLst>
              <a:ext uri="{FF2B5EF4-FFF2-40B4-BE49-F238E27FC236}">
                <a16:creationId xmlns:a16="http://schemas.microsoft.com/office/drawing/2014/main" id="{4D811CC8-3E88-475F-9DC4-BF1BCF80072F}"/>
              </a:ext>
            </a:extLst>
          </p:cNvPr>
          <p:cNvSpPr txBox="1"/>
          <p:nvPr/>
        </p:nvSpPr>
        <p:spPr>
          <a:xfrm>
            <a:off x="11266987" y="4751764"/>
            <a:ext cx="1445713" cy="276999"/>
          </a:xfrm>
          <a:prstGeom prst="rect">
            <a:avLst/>
          </a:prstGeom>
          <a:noFill/>
          <a:ln w="19050">
            <a:noFill/>
          </a:ln>
        </p:spPr>
        <p:txBody>
          <a:bodyPr wrap="square" rtlCol="0">
            <a:spAutoFit/>
          </a:bodyPr>
          <a:lstStyle/>
          <a:p>
            <a:pPr algn="ctr" defTabSz="914313" latinLnBrk="1"/>
            <a:r>
              <a:rPr lang="en-US" altLang="ko-KR" sz="1200" dirty="0">
                <a:solidFill>
                  <a:prstClr val="black"/>
                </a:solidFill>
                <a:latin typeface="프리젠테이션 5 Medium" pitchFamily="2" charset="-127"/>
                <a:ea typeface="프리젠테이션 5 Medium" pitchFamily="2" charset="-127"/>
              </a:rPr>
              <a:t>extract initial state</a:t>
            </a:r>
            <a:endParaRPr lang="ko-KR" altLang="en-US" sz="1200" dirty="0">
              <a:solidFill>
                <a:prstClr val="black"/>
              </a:solidFill>
              <a:latin typeface="프리젠테이션 5 Medium" pitchFamily="2" charset="-127"/>
              <a:ea typeface="프리젠테이션 5 Medium" pitchFamily="2" charset="-127"/>
            </a:endParaRPr>
          </a:p>
        </p:txBody>
      </p:sp>
      <p:sp>
        <p:nvSpPr>
          <p:cNvPr id="463" name="TextBox 462">
            <a:extLst>
              <a:ext uri="{FF2B5EF4-FFF2-40B4-BE49-F238E27FC236}">
                <a16:creationId xmlns:a16="http://schemas.microsoft.com/office/drawing/2014/main" id="{8C99A3C8-C365-4A7A-9C99-AAD4263AAB65}"/>
              </a:ext>
            </a:extLst>
          </p:cNvPr>
          <p:cNvSpPr txBox="1"/>
          <p:nvPr/>
        </p:nvSpPr>
        <p:spPr>
          <a:xfrm>
            <a:off x="11334341" y="7919503"/>
            <a:ext cx="839697" cy="184666"/>
          </a:xfrm>
          <a:prstGeom prst="rect">
            <a:avLst/>
          </a:prstGeom>
          <a:noFill/>
          <a:ln w="19050">
            <a:noFill/>
          </a:ln>
        </p:spPr>
        <p:txBody>
          <a:bodyPr wrap="square" tIns="0" bIns="0" rtlCol="0">
            <a:spAutoFit/>
          </a:bodyPr>
          <a:lstStyle/>
          <a:p>
            <a:pPr algn="ctr" defTabSz="914313" latinLnBrk="1"/>
            <a:r>
              <a:rPr lang="en-US" altLang="ko-KR" sz="1200" dirty="0">
                <a:solidFill>
                  <a:prstClr val="black"/>
                </a:solidFill>
                <a:latin typeface="프리젠테이션 5 Medium" pitchFamily="2" charset="-127"/>
                <a:ea typeface="프리젠테이션 5 Medium" pitchFamily="2" charset="-127"/>
              </a:rPr>
              <a:t>final plan</a:t>
            </a:r>
            <a:endParaRPr lang="ko-KR" altLang="en-US" sz="1200" dirty="0">
              <a:solidFill>
                <a:prstClr val="black"/>
              </a:solidFill>
              <a:latin typeface="프리젠테이션 5 Medium" pitchFamily="2" charset="-127"/>
              <a:ea typeface="프리젠테이션 5 Medium" pitchFamily="2" charset="-127"/>
            </a:endParaRPr>
          </a:p>
        </p:txBody>
      </p:sp>
      <p:grpSp>
        <p:nvGrpSpPr>
          <p:cNvPr id="474" name="그룹 473">
            <a:extLst>
              <a:ext uri="{FF2B5EF4-FFF2-40B4-BE49-F238E27FC236}">
                <a16:creationId xmlns:a16="http://schemas.microsoft.com/office/drawing/2014/main" id="{BC24FFF7-42B3-496E-9932-4458B3D69C31}"/>
              </a:ext>
            </a:extLst>
          </p:cNvPr>
          <p:cNvGrpSpPr/>
          <p:nvPr/>
        </p:nvGrpSpPr>
        <p:grpSpPr>
          <a:xfrm>
            <a:off x="6520459" y="4084455"/>
            <a:ext cx="222279" cy="126670"/>
            <a:chOff x="6607054" y="3941580"/>
            <a:chExt cx="222279" cy="126670"/>
          </a:xfrm>
        </p:grpSpPr>
        <p:cxnSp>
          <p:nvCxnSpPr>
            <p:cNvPr id="466" name="직선 화살표 연결선 465">
              <a:extLst>
                <a:ext uri="{FF2B5EF4-FFF2-40B4-BE49-F238E27FC236}">
                  <a16:creationId xmlns:a16="http://schemas.microsoft.com/office/drawing/2014/main" id="{C5F3891F-AB83-41A2-A65F-85EAC8C547BF}"/>
                </a:ext>
              </a:extLst>
            </p:cNvPr>
            <p:cNvCxnSpPr>
              <a:cxnSpLocks/>
            </p:cNvCxnSpPr>
            <p:nvPr/>
          </p:nvCxnSpPr>
          <p:spPr>
            <a:xfrm>
              <a:off x="6607054" y="3941580"/>
              <a:ext cx="222279" cy="0"/>
            </a:xfrm>
            <a:prstGeom prst="straightConnector1">
              <a:avLst/>
            </a:prstGeom>
            <a:ln w="38100">
              <a:solidFill>
                <a:srgbClr val="404756"/>
              </a:solidFill>
              <a:headEnd type="non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7" name="직선 화살표 연결선 466">
              <a:extLst>
                <a:ext uri="{FF2B5EF4-FFF2-40B4-BE49-F238E27FC236}">
                  <a16:creationId xmlns:a16="http://schemas.microsoft.com/office/drawing/2014/main" id="{E213A5E1-77B5-4B34-8E78-C5F7AD2807F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607054" y="4068250"/>
              <a:ext cx="222279" cy="0"/>
            </a:xfrm>
            <a:prstGeom prst="straightConnector1">
              <a:avLst/>
            </a:prstGeom>
            <a:ln w="38100">
              <a:solidFill>
                <a:srgbClr val="404756"/>
              </a:solidFill>
              <a:headEnd type="non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70" name="그룹 469">
            <a:extLst>
              <a:ext uri="{FF2B5EF4-FFF2-40B4-BE49-F238E27FC236}">
                <a16:creationId xmlns:a16="http://schemas.microsoft.com/office/drawing/2014/main" id="{60CB22EA-1AF4-4BE3-AD8B-3595B2C9CC07}"/>
              </a:ext>
            </a:extLst>
          </p:cNvPr>
          <p:cNvGrpSpPr/>
          <p:nvPr/>
        </p:nvGrpSpPr>
        <p:grpSpPr>
          <a:xfrm rot="5400000" flipV="1">
            <a:off x="4860891" y="5392657"/>
            <a:ext cx="222279" cy="126670"/>
            <a:chOff x="6759454" y="4093980"/>
            <a:chExt cx="222279" cy="126670"/>
          </a:xfrm>
        </p:grpSpPr>
        <p:cxnSp>
          <p:nvCxnSpPr>
            <p:cNvPr id="468" name="직선 화살표 연결선 467">
              <a:extLst>
                <a:ext uri="{FF2B5EF4-FFF2-40B4-BE49-F238E27FC236}">
                  <a16:creationId xmlns:a16="http://schemas.microsoft.com/office/drawing/2014/main" id="{3873AACB-86A4-43FB-866D-9D29820B83ED}"/>
                </a:ext>
              </a:extLst>
            </p:cNvPr>
            <p:cNvCxnSpPr>
              <a:cxnSpLocks/>
            </p:cNvCxnSpPr>
            <p:nvPr/>
          </p:nvCxnSpPr>
          <p:spPr>
            <a:xfrm>
              <a:off x="6759454" y="4093980"/>
              <a:ext cx="222279" cy="0"/>
            </a:xfrm>
            <a:prstGeom prst="straightConnector1">
              <a:avLst/>
            </a:prstGeom>
            <a:ln w="38100">
              <a:solidFill>
                <a:srgbClr val="404756"/>
              </a:solidFill>
              <a:headEnd type="non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9" name="직선 화살표 연결선 468">
              <a:extLst>
                <a:ext uri="{FF2B5EF4-FFF2-40B4-BE49-F238E27FC236}">
                  <a16:creationId xmlns:a16="http://schemas.microsoft.com/office/drawing/2014/main" id="{3FB56B4B-9047-4847-A66A-ABE151AD97F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759454" y="4220650"/>
              <a:ext cx="222279" cy="0"/>
            </a:xfrm>
            <a:prstGeom prst="straightConnector1">
              <a:avLst/>
            </a:prstGeom>
            <a:ln w="38100">
              <a:solidFill>
                <a:srgbClr val="404756"/>
              </a:solidFill>
              <a:headEnd type="non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75" name="그룹 474">
            <a:extLst>
              <a:ext uri="{FF2B5EF4-FFF2-40B4-BE49-F238E27FC236}">
                <a16:creationId xmlns:a16="http://schemas.microsoft.com/office/drawing/2014/main" id="{70B5E8EA-CAA1-41B2-BEC3-1D83403317D3}"/>
              </a:ext>
            </a:extLst>
          </p:cNvPr>
          <p:cNvGrpSpPr/>
          <p:nvPr/>
        </p:nvGrpSpPr>
        <p:grpSpPr>
          <a:xfrm>
            <a:off x="10139310" y="6814455"/>
            <a:ext cx="222279" cy="126670"/>
            <a:chOff x="6607054" y="3941580"/>
            <a:chExt cx="222279" cy="126670"/>
          </a:xfrm>
        </p:grpSpPr>
        <p:cxnSp>
          <p:nvCxnSpPr>
            <p:cNvPr id="476" name="직선 화살표 연결선 475">
              <a:extLst>
                <a:ext uri="{FF2B5EF4-FFF2-40B4-BE49-F238E27FC236}">
                  <a16:creationId xmlns:a16="http://schemas.microsoft.com/office/drawing/2014/main" id="{11195A52-AE6E-409A-82CA-A727A755A009}"/>
                </a:ext>
              </a:extLst>
            </p:cNvPr>
            <p:cNvCxnSpPr>
              <a:cxnSpLocks/>
            </p:cNvCxnSpPr>
            <p:nvPr/>
          </p:nvCxnSpPr>
          <p:spPr>
            <a:xfrm>
              <a:off x="6607054" y="3941580"/>
              <a:ext cx="222279" cy="0"/>
            </a:xfrm>
            <a:prstGeom prst="straightConnector1">
              <a:avLst/>
            </a:prstGeom>
            <a:ln w="38100">
              <a:solidFill>
                <a:srgbClr val="404756"/>
              </a:solidFill>
              <a:headEnd type="non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7" name="직선 화살표 연결선 476">
              <a:extLst>
                <a:ext uri="{FF2B5EF4-FFF2-40B4-BE49-F238E27FC236}">
                  <a16:creationId xmlns:a16="http://schemas.microsoft.com/office/drawing/2014/main" id="{36AEA6F1-BB89-4CF5-80D5-03ABFA7ECA22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607054" y="4068250"/>
              <a:ext cx="222279" cy="0"/>
            </a:xfrm>
            <a:prstGeom prst="straightConnector1">
              <a:avLst/>
            </a:prstGeom>
            <a:ln w="38100">
              <a:solidFill>
                <a:srgbClr val="404756"/>
              </a:solidFill>
              <a:headEnd type="non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78" name="그룹 477">
            <a:extLst>
              <a:ext uri="{FF2B5EF4-FFF2-40B4-BE49-F238E27FC236}">
                <a16:creationId xmlns:a16="http://schemas.microsoft.com/office/drawing/2014/main" id="{762C0AF3-0AB3-4572-9687-984A2A45B3BF}"/>
              </a:ext>
            </a:extLst>
          </p:cNvPr>
          <p:cNvGrpSpPr/>
          <p:nvPr/>
        </p:nvGrpSpPr>
        <p:grpSpPr>
          <a:xfrm>
            <a:off x="10389918" y="3740140"/>
            <a:ext cx="222279" cy="126670"/>
            <a:chOff x="6607054" y="3941580"/>
            <a:chExt cx="222279" cy="126670"/>
          </a:xfrm>
        </p:grpSpPr>
        <p:cxnSp>
          <p:nvCxnSpPr>
            <p:cNvPr id="479" name="직선 화살표 연결선 478">
              <a:extLst>
                <a:ext uri="{FF2B5EF4-FFF2-40B4-BE49-F238E27FC236}">
                  <a16:creationId xmlns:a16="http://schemas.microsoft.com/office/drawing/2014/main" id="{4B04770F-0BC1-4B5A-AA65-4A7C4B6C2CB5}"/>
                </a:ext>
              </a:extLst>
            </p:cNvPr>
            <p:cNvCxnSpPr>
              <a:cxnSpLocks/>
            </p:cNvCxnSpPr>
            <p:nvPr/>
          </p:nvCxnSpPr>
          <p:spPr>
            <a:xfrm>
              <a:off x="6607054" y="3941580"/>
              <a:ext cx="222279" cy="0"/>
            </a:xfrm>
            <a:prstGeom prst="straightConnector1">
              <a:avLst/>
            </a:prstGeom>
            <a:ln w="38100">
              <a:solidFill>
                <a:srgbClr val="404756"/>
              </a:solidFill>
              <a:headEnd type="non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0" name="직선 화살표 연결선 479">
              <a:extLst>
                <a:ext uri="{FF2B5EF4-FFF2-40B4-BE49-F238E27FC236}">
                  <a16:creationId xmlns:a16="http://schemas.microsoft.com/office/drawing/2014/main" id="{00C54AD6-734C-4CAA-97B5-C70B4AF8FAD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607054" y="4068250"/>
              <a:ext cx="222279" cy="0"/>
            </a:xfrm>
            <a:prstGeom prst="straightConnector1">
              <a:avLst/>
            </a:prstGeom>
            <a:ln w="38100">
              <a:solidFill>
                <a:srgbClr val="404756"/>
              </a:solidFill>
              <a:headEnd type="non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81" name="그룹 480">
            <a:extLst>
              <a:ext uri="{FF2B5EF4-FFF2-40B4-BE49-F238E27FC236}">
                <a16:creationId xmlns:a16="http://schemas.microsoft.com/office/drawing/2014/main" id="{4A2795B4-3AB3-4C49-8630-BA83419B6F90}"/>
              </a:ext>
            </a:extLst>
          </p:cNvPr>
          <p:cNvGrpSpPr/>
          <p:nvPr/>
        </p:nvGrpSpPr>
        <p:grpSpPr>
          <a:xfrm rot="16200000">
            <a:off x="3523101" y="2617613"/>
            <a:ext cx="222279" cy="126670"/>
            <a:chOff x="6759454" y="4093980"/>
            <a:chExt cx="222279" cy="126670"/>
          </a:xfrm>
        </p:grpSpPr>
        <p:cxnSp>
          <p:nvCxnSpPr>
            <p:cNvPr id="482" name="직선 화살표 연결선 481">
              <a:extLst>
                <a:ext uri="{FF2B5EF4-FFF2-40B4-BE49-F238E27FC236}">
                  <a16:creationId xmlns:a16="http://schemas.microsoft.com/office/drawing/2014/main" id="{EA02CAE2-8484-437D-9CDB-BFC0A8DD838A}"/>
                </a:ext>
              </a:extLst>
            </p:cNvPr>
            <p:cNvCxnSpPr>
              <a:cxnSpLocks/>
            </p:cNvCxnSpPr>
            <p:nvPr/>
          </p:nvCxnSpPr>
          <p:spPr>
            <a:xfrm>
              <a:off x="6759454" y="4093980"/>
              <a:ext cx="222279" cy="0"/>
            </a:xfrm>
            <a:prstGeom prst="straightConnector1">
              <a:avLst/>
            </a:prstGeom>
            <a:ln w="38100">
              <a:solidFill>
                <a:srgbClr val="404756"/>
              </a:solidFill>
              <a:headEnd type="non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3" name="직선 화살표 연결선 482">
              <a:extLst>
                <a:ext uri="{FF2B5EF4-FFF2-40B4-BE49-F238E27FC236}">
                  <a16:creationId xmlns:a16="http://schemas.microsoft.com/office/drawing/2014/main" id="{1FDDFEAA-C395-4BAF-BCBA-1C85F848A4B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759454" y="4220650"/>
              <a:ext cx="222279" cy="0"/>
            </a:xfrm>
            <a:prstGeom prst="straightConnector1">
              <a:avLst/>
            </a:prstGeom>
            <a:ln w="38100">
              <a:solidFill>
                <a:srgbClr val="404756"/>
              </a:solidFill>
              <a:headEnd type="non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489" name="직선 화살표 연결선 488">
            <a:extLst>
              <a:ext uri="{FF2B5EF4-FFF2-40B4-BE49-F238E27FC236}">
                <a16:creationId xmlns:a16="http://schemas.microsoft.com/office/drawing/2014/main" id="{75DD726E-5797-44F6-99B4-7CF59AC0B320}"/>
              </a:ext>
            </a:extLst>
          </p:cNvPr>
          <p:cNvCxnSpPr>
            <a:cxnSpLocks/>
          </p:cNvCxnSpPr>
          <p:nvPr/>
        </p:nvCxnSpPr>
        <p:spPr>
          <a:xfrm>
            <a:off x="11981584" y="4053857"/>
            <a:ext cx="911392" cy="0"/>
          </a:xfrm>
          <a:prstGeom prst="straightConnector1">
            <a:avLst/>
          </a:prstGeom>
          <a:ln w="38100">
            <a:solidFill>
              <a:srgbClr val="404756"/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2" name="TextBox 491">
            <a:extLst>
              <a:ext uri="{FF2B5EF4-FFF2-40B4-BE49-F238E27FC236}">
                <a16:creationId xmlns:a16="http://schemas.microsoft.com/office/drawing/2014/main" id="{CD7325A7-871B-469C-8B3C-BAC5DD89E6AF}"/>
              </a:ext>
            </a:extLst>
          </p:cNvPr>
          <p:cNvSpPr txBox="1"/>
          <p:nvPr/>
        </p:nvSpPr>
        <p:spPr>
          <a:xfrm>
            <a:off x="11906483" y="3583929"/>
            <a:ext cx="1003179" cy="461665"/>
          </a:xfrm>
          <a:prstGeom prst="rect">
            <a:avLst/>
          </a:prstGeom>
          <a:noFill/>
          <a:ln w="19050">
            <a:noFill/>
          </a:ln>
        </p:spPr>
        <p:txBody>
          <a:bodyPr wrap="square" rtlCol="0">
            <a:spAutoFit/>
          </a:bodyPr>
          <a:lstStyle/>
          <a:p>
            <a:pPr algn="ctr" defTabSz="914313" latinLnBrk="1"/>
            <a:r>
              <a:rPr lang="en-US" altLang="ko-KR" sz="1200" dirty="0">
                <a:solidFill>
                  <a:prstClr val="black"/>
                </a:solidFill>
                <a:latin typeface="프리젠테이션 5 Medium" pitchFamily="2" charset="-127"/>
                <a:ea typeface="프리젠테이션 5 Medium" pitchFamily="2" charset="-127"/>
              </a:rPr>
              <a:t>query</a:t>
            </a:r>
          </a:p>
          <a:p>
            <a:pPr algn="ctr" defTabSz="914313" latinLnBrk="1"/>
            <a:r>
              <a:rPr lang="en-US" altLang="ko-KR" sz="1200" dirty="0">
                <a:solidFill>
                  <a:prstClr val="black"/>
                </a:solidFill>
                <a:latin typeface="프리젠테이션 5 Medium" pitchFamily="2" charset="-127"/>
                <a:ea typeface="프리젠테이션 5 Medium" pitchFamily="2" charset="-127"/>
              </a:rPr>
              <a:t>information</a:t>
            </a:r>
            <a:endParaRPr lang="ko-KR" altLang="en-US" sz="1200" dirty="0">
              <a:solidFill>
                <a:prstClr val="black"/>
              </a:solidFill>
              <a:latin typeface="프리젠테이션 5 Medium" pitchFamily="2" charset="-127"/>
              <a:ea typeface="프리젠테이션 5 Medium" pitchFamily="2" charset="-127"/>
            </a:endParaRPr>
          </a:p>
        </p:txBody>
      </p:sp>
      <p:sp>
        <p:nvSpPr>
          <p:cNvPr id="224" name="TextBox 223">
            <a:extLst>
              <a:ext uri="{FF2B5EF4-FFF2-40B4-BE49-F238E27FC236}">
                <a16:creationId xmlns:a16="http://schemas.microsoft.com/office/drawing/2014/main" id="{A0139189-BFB8-45C3-93D7-0E507DA5D2E8}"/>
              </a:ext>
            </a:extLst>
          </p:cNvPr>
          <p:cNvSpPr txBox="1"/>
          <p:nvPr/>
        </p:nvSpPr>
        <p:spPr>
          <a:xfrm>
            <a:off x="3172030" y="5567621"/>
            <a:ext cx="3600000" cy="2520000"/>
          </a:xfrm>
          <a:prstGeom prst="roundRect">
            <a:avLst>
              <a:gd name="adj" fmla="val 4749"/>
            </a:avLst>
          </a:prstGeom>
          <a:solidFill>
            <a:srgbClr val="FEECEE"/>
          </a:solidFill>
          <a:ln w="19050">
            <a:solidFill>
              <a:srgbClr val="F24158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noAutofit/>
          </a:bodyPr>
          <a:lstStyle/>
          <a:p>
            <a:pPr marL="0" marR="0" lvl="0" indent="0" defTabSz="914313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2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프리젠테이션 5 Medium" pitchFamily="2" charset="-127"/>
              <a:ea typeface="프리젠테이션 5 Medium" pitchFamily="2" charset="-127"/>
            </a:endParaRPr>
          </a:p>
        </p:txBody>
      </p:sp>
      <p:sp>
        <p:nvSpPr>
          <p:cNvPr id="225" name="TextBox 224">
            <a:extLst>
              <a:ext uri="{FF2B5EF4-FFF2-40B4-BE49-F238E27FC236}">
                <a16:creationId xmlns:a16="http://schemas.microsoft.com/office/drawing/2014/main" id="{1E5BBDA1-E11A-4437-9113-4DC2A2CAF1A1}"/>
              </a:ext>
            </a:extLst>
          </p:cNvPr>
          <p:cNvSpPr txBox="1"/>
          <p:nvPr/>
        </p:nvSpPr>
        <p:spPr>
          <a:xfrm>
            <a:off x="3262030" y="7017028"/>
            <a:ext cx="3420000" cy="972000"/>
          </a:xfrm>
          <a:prstGeom prst="roundRect">
            <a:avLst>
              <a:gd name="adj" fmla="val 7868"/>
            </a:avLst>
          </a:prstGeom>
          <a:solidFill>
            <a:schemeClr val="bg1"/>
          </a:solidFill>
          <a:ln w="12700">
            <a:solidFill>
              <a:srgbClr val="404756"/>
            </a:solidFill>
            <a:prstDash val="lgDash"/>
          </a:ln>
        </p:spPr>
        <p:txBody>
          <a:bodyPr wrap="square" lIns="72000" tIns="36000" rIns="72000" bIns="36000" rtlCol="0" anchor="t">
            <a:noAutofit/>
          </a:bodyPr>
          <a:lstStyle/>
          <a:p>
            <a:pPr marL="0" marR="0" lvl="0" indent="0" defTabSz="914313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2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프리젠테이션 5 Medium" pitchFamily="2" charset="-127"/>
              <a:ea typeface="프리젠테이션 5 Medium" pitchFamily="2" charset="-127"/>
            </a:endParaRPr>
          </a:p>
        </p:txBody>
      </p:sp>
      <p:sp>
        <p:nvSpPr>
          <p:cNvPr id="226" name="TextBox 225">
            <a:extLst>
              <a:ext uri="{FF2B5EF4-FFF2-40B4-BE49-F238E27FC236}">
                <a16:creationId xmlns:a16="http://schemas.microsoft.com/office/drawing/2014/main" id="{D4175302-749C-4D1E-A8F4-478417065F9D}"/>
              </a:ext>
            </a:extLst>
          </p:cNvPr>
          <p:cNvSpPr txBox="1"/>
          <p:nvPr/>
        </p:nvSpPr>
        <p:spPr>
          <a:xfrm>
            <a:off x="3262030" y="5910797"/>
            <a:ext cx="3420000" cy="1008000"/>
          </a:xfrm>
          <a:prstGeom prst="roundRect">
            <a:avLst>
              <a:gd name="adj" fmla="val 7868"/>
            </a:avLst>
          </a:prstGeom>
          <a:solidFill>
            <a:schemeClr val="bg1"/>
          </a:solidFill>
          <a:ln w="12700">
            <a:solidFill>
              <a:srgbClr val="404756"/>
            </a:solidFill>
            <a:prstDash val="lgDash"/>
          </a:ln>
        </p:spPr>
        <p:txBody>
          <a:bodyPr wrap="square" lIns="72000" tIns="36000" rIns="72000" bIns="36000" rtlCol="0" anchor="t">
            <a:noAutofit/>
          </a:bodyPr>
          <a:lstStyle/>
          <a:p>
            <a:pPr marL="0" marR="0" lvl="0" indent="0" defTabSz="914313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2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프리젠테이션 5 Medium" pitchFamily="2" charset="-127"/>
              <a:ea typeface="프리젠테이션 5 Medium" pitchFamily="2" charset="-127"/>
            </a:endParaRPr>
          </a:p>
        </p:txBody>
      </p:sp>
      <p:sp>
        <p:nvSpPr>
          <p:cNvPr id="227" name="TextBox 226">
            <a:extLst>
              <a:ext uri="{FF2B5EF4-FFF2-40B4-BE49-F238E27FC236}">
                <a16:creationId xmlns:a16="http://schemas.microsoft.com/office/drawing/2014/main" id="{B8D0D5E6-866D-449A-9593-6D0F836CBBF9}"/>
              </a:ext>
            </a:extLst>
          </p:cNvPr>
          <p:cNvSpPr txBox="1"/>
          <p:nvPr/>
        </p:nvSpPr>
        <p:spPr>
          <a:xfrm>
            <a:off x="3573387" y="6673807"/>
            <a:ext cx="3155547" cy="18466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>
            <a:spAutoFit/>
          </a:bodyPr>
          <a:lstStyle/>
          <a:p>
            <a:pPr defTabSz="914313" latinLnBrk="1"/>
            <a:r>
              <a:rPr lang="en-US" altLang="ko-KR" sz="1200" dirty="0">
                <a:solidFill>
                  <a:prstClr val="black"/>
                </a:solidFill>
                <a:latin typeface="프리젠테이션 5 Medium" pitchFamily="2" charset="-127"/>
                <a:ea typeface="프리젠테이션 5 Medium" pitchFamily="2" charset="-127"/>
              </a:rPr>
              <a:t> Translate grounded intent into task conditions</a:t>
            </a:r>
            <a:endParaRPr lang="ko-KR" altLang="en-US" sz="1200" dirty="0">
              <a:solidFill>
                <a:prstClr val="black"/>
              </a:solidFill>
              <a:latin typeface="프리젠테이션 5 Medium" pitchFamily="2" charset="-127"/>
              <a:ea typeface="프리젠테이션 5 Medium" pitchFamily="2" charset="-127"/>
            </a:endParaRPr>
          </a:p>
        </p:txBody>
      </p:sp>
      <p:sp>
        <p:nvSpPr>
          <p:cNvPr id="228" name="TextBox 227">
            <a:extLst>
              <a:ext uri="{FF2B5EF4-FFF2-40B4-BE49-F238E27FC236}">
                <a16:creationId xmlns:a16="http://schemas.microsoft.com/office/drawing/2014/main" id="{76B2B484-0B53-42A3-9904-F478B8F7C200}"/>
              </a:ext>
            </a:extLst>
          </p:cNvPr>
          <p:cNvSpPr txBox="1"/>
          <p:nvPr/>
        </p:nvSpPr>
        <p:spPr>
          <a:xfrm>
            <a:off x="4126030" y="5567621"/>
            <a:ext cx="1692000" cy="338554"/>
          </a:xfrm>
          <a:prstGeom prst="rect">
            <a:avLst/>
          </a:prstGeom>
          <a:noFill/>
        </p:spPr>
        <p:txBody>
          <a:bodyPr wrap="square" lIns="0" rIns="0" rtlCol="0" anchor="ctr">
            <a:spAutoFit/>
          </a:bodyPr>
          <a:lstStyle/>
          <a:p>
            <a:pPr algn="ctr" defTabSz="914313" latinLnBrk="1"/>
            <a:r>
              <a:rPr lang="en-US" altLang="ko-KR" sz="1600" dirty="0">
                <a:solidFill>
                  <a:srgbClr val="356B9B"/>
                </a:solidFill>
                <a:latin typeface="프리젠테이션 7 Bold" pitchFamily="2" charset="-127"/>
                <a:ea typeface="프리젠테이션 7 Bold" pitchFamily="2" charset="-127"/>
              </a:rPr>
              <a:t>      </a:t>
            </a:r>
            <a:r>
              <a:rPr lang="en-US" altLang="ko-KR" sz="1600" dirty="0">
                <a:solidFill>
                  <a:srgbClr val="F24158"/>
                </a:solidFill>
                <a:latin typeface="프리젠테이션 7 Bold" pitchFamily="2" charset="-127"/>
                <a:ea typeface="프리젠테이션 7 Bold" pitchFamily="2" charset="-127"/>
              </a:rPr>
              <a:t>Task Formalizer</a:t>
            </a:r>
            <a:endParaRPr lang="ko-KR" altLang="en-US" sz="1600" dirty="0">
              <a:solidFill>
                <a:srgbClr val="356B9B"/>
              </a:solidFill>
              <a:latin typeface="프리젠테이션 7 Bold" pitchFamily="2" charset="-127"/>
              <a:ea typeface="프리젠테이션 7 Bold" pitchFamily="2" charset="-127"/>
            </a:endParaRPr>
          </a:p>
        </p:txBody>
      </p:sp>
      <p:sp>
        <p:nvSpPr>
          <p:cNvPr id="231" name="TextBox 230">
            <a:extLst>
              <a:ext uri="{FF2B5EF4-FFF2-40B4-BE49-F238E27FC236}">
                <a16:creationId xmlns:a16="http://schemas.microsoft.com/office/drawing/2014/main" id="{28C16545-1915-495D-B61A-2047D8922891}"/>
              </a:ext>
            </a:extLst>
          </p:cNvPr>
          <p:cNvSpPr txBox="1"/>
          <p:nvPr/>
        </p:nvSpPr>
        <p:spPr>
          <a:xfrm>
            <a:off x="3573387" y="7368124"/>
            <a:ext cx="1451722" cy="55399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>
            <a:spAutoFit/>
          </a:bodyPr>
          <a:lstStyle/>
          <a:p>
            <a:pPr defTabSz="914313" latinLnBrk="1"/>
            <a:r>
              <a:rPr lang="en-US" altLang="ko-KR" sz="1200" spc="-160" dirty="0">
                <a:solidFill>
                  <a:srgbClr val="404756"/>
                </a:solidFill>
                <a:latin typeface="Cascadia Code SemiLight" panose="020B0609020000020004" pitchFamily="49" charset="0"/>
                <a:ea typeface="프리젠테이션 5 Medium" pitchFamily="2" charset="-127"/>
                <a:cs typeface="Cascadia Code SemiLight" panose="020B0609020000020004" pitchFamily="49" charset="0"/>
              </a:rPr>
              <a:t>[</a:t>
            </a:r>
            <a:r>
              <a:rPr lang="en-US" altLang="ko-KR" sz="1200" spc="-160" dirty="0" err="1">
                <a:solidFill>
                  <a:srgbClr val="404756"/>
                </a:solidFill>
                <a:latin typeface="Cascadia Code SemiLight" panose="020B0609020000020004" pitchFamily="49" charset="0"/>
                <a:ea typeface="프리젠테이션 5 Medium" pitchFamily="2" charset="-127"/>
                <a:cs typeface="Cascadia Code SemiLight" panose="020B0609020000020004" pitchFamily="49" charset="0"/>
              </a:rPr>
              <a:t>task_description</a:t>
            </a:r>
            <a:r>
              <a:rPr lang="en-US" altLang="ko-KR" sz="1200" spc="-160" dirty="0">
                <a:solidFill>
                  <a:srgbClr val="404756"/>
                </a:solidFill>
                <a:latin typeface="Cascadia Code SemiLight" panose="020B0609020000020004" pitchFamily="49" charset="0"/>
                <a:ea typeface="프리젠테이션 5 Medium" pitchFamily="2" charset="-127"/>
                <a:cs typeface="Cascadia Code SemiLight" panose="020B0609020000020004" pitchFamily="49" charset="0"/>
              </a:rPr>
              <a:t>]</a:t>
            </a:r>
          </a:p>
          <a:p>
            <a:pPr defTabSz="914313" latinLnBrk="1"/>
            <a:r>
              <a:rPr lang="en-US" altLang="ko-KR" sz="1200" spc="-160" dirty="0">
                <a:solidFill>
                  <a:srgbClr val="404756"/>
                </a:solidFill>
                <a:latin typeface="Cascadia Code SemiLight" panose="020B0609020000020004" pitchFamily="49" charset="0"/>
                <a:ea typeface="프리젠테이션 5 Medium" pitchFamily="2" charset="-127"/>
                <a:cs typeface="Cascadia Code SemiLight" panose="020B0609020000020004" pitchFamily="49" charset="0"/>
              </a:rPr>
              <a:t>[</a:t>
            </a:r>
            <a:r>
              <a:rPr lang="en-US" altLang="ko-KR" sz="1200" spc="-160" dirty="0" err="1">
                <a:solidFill>
                  <a:srgbClr val="404756"/>
                </a:solidFill>
                <a:latin typeface="Cascadia Code SemiLight" panose="020B0609020000020004" pitchFamily="49" charset="0"/>
                <a:ea typeface="프리젠테이션 5 Medium" pitchFamily="2" charset="-127"/>
                <a:cs typeface="Cascadia Code SemiLight" panose="020B0609020000020004" pitchFamily="49" charset="0"/>
              </a:rPr>
              <a:t>task_conditions</a:t>
            </a:r>
            <a:r>
              <a:rPr lang="en-US" altLang="ko-KR" sz="1200" spc="-160" dirty="0">
                <a:solidFill>
                  <a:srgbClr val="404756"/>
                </a:solidFill>
                <a:latin typeface="Cascadia Code SemiLight" panose="020B0609020000020004" pitchFamily="49" charset="0"/>
                <a:ea typeface="프리젠테이션 5 Medium" pitchFamily="2" charset="-127"/>
                <a:cs typeface="Cascadia Code SemiLight" panose="020B0609020000020004" pitchFamily="49" charset="0"/>
              </a:rPr>
              <a:t>] [</a:t>
            </a:r>
            <a:r>
              <a:rPr lang="en-US" altLang="ko-KR" sz="1200" spc="-160" dirty="0" err="1">
                <a:solidFill>
                  <a:srgbClr val="404756"/>
                </a:solidFill>
                <a:latin typeface="Cascadia Code SemiLight" panose="020B0609020000020004" pitchFamily="49" charset="0"/>
                <a:ea typeface="프리젠테이션 5 Medium" pitchFamily="2" charset="-127"/>
                <a:cs typeface="Cascadia Code SemiLight" panose="020B0609020000020004" pitchFamily="49" charset="0"/>
              </a:rPr>
              <a:t>agent_reports</a:t>
            </a:r>
            <a:r>
              <a:rPr lang="en-US" altLang="ko-KR" sz="1200" spc="-160" dirty="0">
                <a:solidFill>
                  <a:srgbClr val="404756"/>
                </a:solidFill>
                <a:latin typeface="Cascadia Code SemiLight" panose="020B0609020000020004" pitchFamily="49" charset="0"/>
                <a:ea typeface="프리젠테이션 5 Medium" pitchFamily="2" charset="-127"/>
                <a:cs typeface="Cascadia Code SemiLight" panose="020B0609020000020004" pitchFamily="49" charset="0"/>
              </a:rPr>
              <a:t>]</a:t>
            </a:r>
          </a:p>
        </p:txBody>
      </p:sp>
      <p:sp>
        <p:nvSpPr>
          <p:cNvPr id="233" name="TextBox 232">
            <a:extLst>
              <a:ext uri="{FF2B5EF4-FFF2-40B4-BE49-F238E27FC236}">
                <a16:creationId xmlns:a16="http://schemas.microsoft.com/office/drawing/2014/main" id="{6066F661-E863-4B0C-A5DC-A4C97FA05E9C}"/>
              </a:ext>
            </a:extLst>
          </p:cNvPr>
          <p:cNvSpPr txBox="1"/>
          <p:nvPr/>
        </p:nvSpPr>
        <p:spPr>
          <a:xfrm>
            <a:off x="3573387" y="6212644"/>
            <a:ext cx="3158951" cy="3693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>
            <a:spAutoFit/>
          </a:bodyPr>
          <a:lstStyle/>
          <a:p>
            <a:pPr defTabSz="914313" latinLnBrk="1"/>
            <a:r>
              <a:rPr lang="en-US" altLang="ko-KR" sz="1200" spc="-160" dirty="0">
                <a:solidFill>
                  <a:srgbClr val="404756"/>
                </a:solidFill>
                <a:latin typeface="Cascadia Code SemiLight" panose="020B0609020000020004" pitchFamily="49" charset="0"/>
                <a:ea typeface="프리젠테이션 5 Medium" pitchFamily="2" charset="-127"/>
                <a:cs typeface="Cascadia Code SemiLight" panose="020B0609020000020004" pitchFamily="49" charset="0"/>
              </a:rPr>
              <a:t>[</a:t>
            </a:r>
            <a:r>
              <a:rPr lang="en-US" altLang="ko-KR" sz="1200" spc="-160" dirty="0" err="1">
                <a:solidFill>
                  <a:srgbClr val="404756"/>
                </a:solidFill>
                <a:latin typeface="Cascadia Code SemiLight" panose="020B0609020000020004" pitchFamily="49" charset="0"/>
                <a:ea typeface="프리젠테이션 5 Medium" pitchFamily="2" charset="-127"/>
                <a:cs typeface="Cascadia Code SemiLight" panose="020B0609020000020004" pitchFamily="49" charset="0"/>
              </a:rPr>
              <a:t>dialogue_history</a:t>
            </a:r>
            <a:r>
              <a:rPr lang="en-US" altLang="ko-KR" sz="1200" spc="-160" dirty="0">
                <a:solidFill>
                  <a:srgbClr val="404756"/>
                </a:solidFill>
                <a:latin typeface="Cascadia Code SemiLight" panose="020B0609020000020004" pitchFamily="49" charset="0"/>
                <a:ea typeface="프리젠테이션 5 Medium" pitchFamily="2" charset="-127"/>
                <a:cs typeface="Cascadia Code SemiLight" panose="020B0609020000020004" pitchFamily="49" charset="0"/>
              </a:rPr>
              <a:t>] [</a:t>
            </a:r>
            <a:r>
              <a:rPr lang="en-US" altLang="ko-KR" sz="1200" spc="-160" dirty="0" err="1">
                <a:solidFill>
                  <a:srgbClr val="404756"/>
                </a:solidFill>
                <a:latin typeface="Cascadia Code SemiLight" panose="020B0609020000020004" pitchFamily="49" charset="0"/>
                <a:ea typeface="프리젠테이션 5 Medium" pitchFamily="2" charset="-127"/>
                <a:cs typeface="Cascadia Code SemiLight" panose="020B0609020000020004" pitchFamily="49" charset="0"/>
              </a:rPr>
              <a:t>routing_reason</a:t>
            </a:r>
            <a:r>
              <a:rPr lang="en-US" altLang="ko-KR" sz="1200" spc="-160" dirty="0">
                <a:solidFill>
                  <a:srgbClr val="404756"/>
                </a:solidFill>
                <a:latin typeface="Cascadia Code SemiLight" panose="020B0609020000020004" pitchFamily="49" charset="0"/>
                <a:ea typeface="프리젠테이션 5 Medium" pitchFamily="2" charset="-127"/>
                <a:cs typeface="Cascadia Code SemiLight" panose="020B0609020000020004" pitchFamily="49" charset="0"/>
              </a:rPr>
              <a:t>] [</a:t>
            </a:r>
            <a:r>
              <a:rPr lang="en-US" altLang="ko-KR" sz="1200" spc="-160" dirty="0" err="1">
                <a:solidFill>
                  <a:srgbClr val="404756"/>
                </a:solidFill>
                <a:latin typeface="Cascadia Code SemiLight" panose="020B0609020000020004" pitchFamily="49" charset="0"/>
                <a:ea typeface="프리젠테이션 5 Medium" pitchFamily="2" charset="-127"/>
                <a:cs typeface="Cascadia Code SemiLight" panose="020B0609020000020004" pitchFamily="49" charset="0"/>
              </a:rPr>
              <a:t>discovered_objects</a:t>
            </a:r>
            <a:r>
              <a:rPr lang="en-US" altLang="ko-KR" sz="1200" spc="-160" dirty="0">
                <a:solidFill>
                  <a:srgbClr val="404756"/>
                </a:solidFill>
                <a:latin typeface="Cascadia Code SemiLight" panose="020B0609020000020004" pitchFamily="49" charset="0"/>
                <a:ea typeface="프리젠테이션 5 Medium" pitchFamily="2" charset="-127"/>
                <a:cs typeface="Cascadia Code SemiLight" panose="020B0609020000020004" pitchFamily="49" charset="0"/>
              </a:rPr>
              <a:t>]</a:t>
            </a:r>
            <a:endParaRPr lang="ko-KR" altLang="en-US" sz="1200" spc="-160" dirty="0">
              <a:solidFill>
                <a:srgbClr val="404756"/>
              </a:solidFill>
              <a:latin typeface="Cascadia Code SemiLight" panose="020B0609020000020004" pitchFamily="49" charset="0"/>
              <a:ea typeface="프리젠테이션 5 Medium" pitchFamily="2" charset="-127"/>
              <a:cs typeface="Cascadia Code SemiLight" panose="020B0609020000020004" pitchFamily="49" charset="0"/>
            </a:endParaRPr>
          </a:p>
        </p:txBody>
      </p:sp>
      <p:sp>
        <p:nvSpPr>
          <p:cNvPr id="234" name="TextBox 233">
            <a:extLst>
              <a:ext uri="{FF2B5EF4-FFF2-40B4-BE49-F238E27FC236}">
                <a16:creationId xmlns:a16="http://schemas.microsoft.com/office/drawing/2014/main" id="{4865D064-193C-4573-9A3F-D8EA60AE897C}"/>
              </a:ext>
            </a:extLst>
          </p:cNvPr>
          <p:cNvSpPr txBox="1"/>
          <p:nvPr/>
        </p:nvSpPr>
        <p:spPr>
          <a:xfrm>
            <a:off x="3258148" y="5910797"/>
            <a:ext cx="688875" cy="307777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defTabSz="914313" latinLnBrk="1"/>
            <a:r>
              <a:rPr lang="en-US" altLang="ko-KR" sz="1400" dirty="0">
                <a:solidFill>
                  <a:prstClr val="black"/>
                </a:solidFill>
                <a:latin typeface="프리젠테이션 6 SemiBold" pitchFamily="2" charset="-127"/>
                <a:ea typeface="프리젠테이션 6 SemiBold" pitchFamily="2" charset="-127"/>
              </a:rPr>
              <a:t>Input</a:t>
            </a:r>
            <a:endParaRPr lang="ko-KR" altLang="en-US" sz="1400" dirty="0">
              <a:solidFill>
                <a:prstClr val="black"/>
              </a:solidFill>
              <a:latin typeface="프리젠테이션 6 SemiBold" pitchFamily="2" charset="-127"/>
              <a:ea typeface="프리젠테이션 6 SemiBold" pitchFamily="2" charset="-127"/>
            </a:endParaRPr>
          </a:p>
        </p:txBody>
      </p:sp>
      <p:sp>
        <p:nvSpPr>
          <p:cNvPr id="235" name="TextBox 234">
            <a:extLst>
              <a:ext uri="{FF2B5EF4-FFF2-40B4-BE49-F238E27FC236}">
                <a16:creationId xmlns:a16="http://schemas.microsoft.com/office/drawing/2014/main" id="{52E54B84-FC0D-4647-98A7-895D13ADC7AB}"/>
              </a:ext>
            </a:extLst>
          </p:cNvPr>
          <p:cNvSpPr txBox="1"/>
          <p:nvPr/>
        </p:nvSpPr>
        <p:spPr>
          <a:xfrm>
            <a:off x="3258148" y="7017028"/>
            <a:ext cx="754108" cy="307777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defTabSz="914313" latinLnBrk="1"/>
            <a:r>
              <a:rPr lang="en-US" altLang="ko-KR" sz="1400" dirty="0">
                <a:solidFill>
                  <a:prstClr val="black"/>
                </a:solidFill>
                <a:latin typeface="프리젠테이션 6 SemiBold" pitchFamily="2" charset="-127"/>
                <a:ea typeface="프리젠테이션 6 SemiBold" pitchFamily="2" charset="-127"/>
              </a:rPr>
              <a:t>Output</a:t>
            </a:r>
            <a:endParaRPr lang="ko-KR" altLang="en-US" sz="1400" dirty="0">
              <a:solidFill>
                <a:prstClr val="black"/>
              </a:solidFill>
              <a:latin typeface="프리젠테이션 6 SemiBold" pitchFamily="2" charset="-127"/>
              <a:ea typeface="프리젠테이션 6 SemiBold" pitchFamily="2" charset="-127"/>
            </a:endParaRPr>
          </a:p>
        </p:txBody>
      </p:sp>
      <p:sp>
        <p:nvSpPr>
          <p:cNvPr id="242" name="TextBox 241">
            <a:extLst>
              <a:ext uri="{FF2B5EF4-FFF2-40B4-BE49-F238E27FC236}">
                <a16:creationId xmlns:a16="http://schemas.microsoft.com/office/drawing/2014/main" id="{0B8C3E9A-ACF5-4CAD-A3ED-E58DC447A8C4}"/>
              </a:ext>
            </a:extLst>
          </p:cNvPr>
          <p:cNvSpPr txBox="1"/>
          <p:nvPr/>
        </p:nvSpPr>
        <p:spPr>
          <a:xfrm>
            <a:off x="5131210" y="7368124"/>
            <a:ext cx="1476000" cy="216000"/>
          </a:xfrm>
          <a:prstGeom prst="roundRect">
            <a:avLst/>
          </a:prstGeom>
          <a:solidFill>
            <a:srgbClr val="EDF3F8"/>
          </a:solidFill>
          <a:ln>
            <a:solidFill>
              <a:srgbClr val="0074E0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lIns="0" tIns="0" rIns="0" bIns="0" rtlCol="0" anchor="ctr">
            <a:noAutofit/>
          </a:bodyPr>
          <a:lstStyle/>
          <a:p>
            <a:pPr marL="0" marR="0" lvl="0" indent="0" algn="ctr" defTabSz="914313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200" b="0" i="0" u="none" strike="noStrike" kern="0" cap="none" spc="0" normalizeH="0" baseline="0" noProof="0" dirty="0">
                <a:ln>
                  <a:noFill/>
                </a:ln>
                <a:solidFill>
                  <a:srgbClr val="0074E0"/>
                </a:solidFill>
                <a:effectLst/>
                <a:uLnTx/>
                <a:uFillTx/>
                <a:latin typeface="프리젠테이션 7 Bold" pitchFamily="2" charset="-127"/>
                <a:ea typeface="프리젠테이션 7 Bold" pitchFamily="2" charset="-127"/>
              </a:rPr>
              <a:t>      </a:t>
            </a:r>
            <a:r>
              <a:rPr lang="en-US" altLang="ko-KR" sz="1200" kern="0" dirty="0">
                <a:solidFill>
                  <a:srgbClr val="0074E0"/>
                </a:solidFill>
                <a:latin typeface="프리젠테이션 7 Bold" pitchFamily="2" charset="-127"/>
                <a:ea typeface="프리젠테이션 7 Bold" pitchFamily="2" charset="-127"/>
              </a:rPr>
              <a:t>Flow Orchestrator</a:t>
            </a:r>
            <a:endParaRPr kumimoji="0" lang="ko-KR" altLang="en-US" sz="1200" b="0" i="0" u="none" strike="noStrike" kern="0" cap="none" spc="0" normalizeH="0" baseline="0" noProof="0" dirty="0">
              <a:ln>
                <a:noFill/>
              </a:ln>
              <a:solidFill>
                <a:srgbClr val="0074E0"/>
              </a:solidFill>
              <a:effectLst/>
              <a:uLnTx/>
              <a:uFillTx/>
              <a:latin typeface="프리젠테이션 7 Bold" pitchFamily="2" charset="-127"/>
              <a:ea typeface="프리젠테이션 7 Bold" pitchFamily="2" charset="-127"/>
            </a:endParaRPr>
          </a:p>
        </p:txBody>
      </p:sp>
      <p:sp>
        <p:nvSpPr>
          <p:cNvPr id="248" name="TextBox 247">
            <a:extLst>
              <a:ext uri="{FF2B5EF4-FFF2-40B4-BE49-F238E27FC236}">
                <a16:creationId xmlns:a16="http://schemas.microsoft.com/office/drawing/2014/main" id="{39E357CA-E245-4A90-B3DC-BEC5CEB3FFF5}"/>
              </a:ext>
            </a:extLst>
          </p:cNvPr>
          <p:cNvSpPr txBox="1"/>
          <p:nvPr/>
        </p:nvSpPr>
        <p:spPr>
          <a:xfrm>
            <a:off x="5131210" y="7685794"/>
            <a:ext cx="1476000" cy="216000"/>
          </a:xfrm>
          <a:prstGeom prst="roundRect">
            <a:avLst/>
          </a:prstGeom>
          <a:solidFill>
            <a:srgbClr val="F6EDDC"/>
          </a:solidFill>
          <a:ln>
            <a:solidFill>
              <a:srgbClr val="FFA500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lIns="0" tIns="0" rIns="0" bIns="0" rtlCol="0" anchor="ctr">
            <a:noAutofit/>
          </a:bodyPr>
          <a:lstStyle/>
          <a:p>
            <a:pPr marL="0" marR="0" lvl="0" indent="0" algn="ctr" defTabSz="914313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200" b="0" i="0" u="none" strike="noStrike" kern="0" cap="none" spc="0" normalizeH="0" baseline="0" noProof="0" dirty="0">
                <a:ln>
                  <a:noFill/>
                </a:ln>
                <a:solidFill>
                  <a:srgbClr val="FFA500"/>
                </a:solidFill>
                <a:effectLst/>
                <a:uLnTx/>
                <a:uFillTx/>
                <a:latin typeface="프리젠테이션 7 Bold" pitchFamily="2" charset="-127"/>
                <a:ea typeface="프리젠테이션 7 Bold" pitchFamily="2" charset="-127"/>
              </a:rPr>
              <a:t>       Planning Manager</a:t>
            </a:r>
            <a:endParaRPr kumimoji="0" lang="ko-KR" altLang="en-US" sz="1200" b="0" i="0" u="none" strike="noStrike" kern="0" cap="none" spc="0" normalizeH="0" baseline="0" noProof="0" dirty="0">
              <a:ln>
                <a:noFill/>
              </a:ln>
              <a:solidFill>
                <a:srgbClr val="FFA500"/>
              </a:solidFill>
              <a:effectLst/>
              <a:uLnTx/>
              <a:uFillTx/>
              <a:latin typeface="프리젠테이션 7 Bold" pitchFamily="2" charset="-127"/>
              <a:ea typeface="프리젠테이션 7 Bold" pitchFamily="2" charset="-127"/>
            </a:endParaRPr>
          </a:p>
        </p:txBody>
      </p:sp>
      <p:sp>
        <p:nvSpPr>
          <p:cNvPr id="276" name="TextBox 275">
            <a:extLst>
              <a:ext uri="{FF2B5EF4-FFF2-40B4-BE49-F238E27FC236}">
                <a16:creationId xmlns:a16="http://schemas.microsoft.com/office/drawing/2014/main" id="{F526CF69-CCEA-4636-A638-79DF8D205E2A}"/>
              </a:ext>
            </a:extLst>
          </p:cNvPr>
          <p:cNvSpPr txBox="1"/>
          <p:nvPr/>
        </p:nvSpPr>
        <p:spPr>
          <a:xfrm>
            <a:off x="6995550" y="5567621"/>
            <a:ext cx="3132000" cy="2520000"/>
          </a:xfrm>
          <a:prstGeom prst="roundRect">
            <a:avLst>
              <a:gd name="adj" fmla="val 4749"/>
            </a:avLst>
          </a:prstGeom>
          <a:solidFill>
            <a:srgbClr val="F6EDDC"/>
          </a:solidFill>
          <a:ln w="19050">
            <a:solidFill>
              <a:srgbClr val="FFA500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noAutofit/>
          </a:bodyPr>
          <a:lstStyle/>
          <a:p>
            <a:pPr marL="0" marR="0" lvl="0" indent="0" defTabSz="914313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2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프리젠테이션 5 Medium" pitchFamily="2" charset="-127"/>
              <a:ea typeface="프리젠테이션 5 Medium" pitchFamily="2" charset="-127"/>
            </a:endParaRPr>
          </a:p>
        </p:txBody>
      </p:sp>
      <p:sp>
        <p:nvSpPr>
          <p:cNvPr id="277" name="TextBox 276">
            <a:extLst>
              <a:ext uri="{FF2B5EF4-FFF2-40B4-BE49-F238E27FC236}">
                <a16:creationId xmlns:a16="http://schemas.microsoft.com/office/drawing/2014/main" id="{564FF433-4E92-45C1-9F93-E58EDD741DCA}"/>
              </a:ext>
            </a:extLst>
          </p:cNvPr>
          <p:cNvSpPr txBox="1"/>
          <p:nvPr/>
        </p:nvSpPr>
        <p:spPr>
          <a:xfrm>
            <a:off x="7085550" y="7017028"/>
            <a:ext cx="2952000" cy="972000"/>
          </a:xfrm>
          <a:prstGeom prst="roundRect">
            <a:avLst>
              <a:gd name="adj" fmla="val 7868"/>
            </a:avLst>
          </a:prstGeom>
          <a:solidFill>
            <a:schemeClr val="bg1"/>
          </a:solidFill>
          <a:ln w="12700">
            <a:solidFill>
              <a:srgbClr val="404756"/>
            </a:solidFill>
            <a:prstDash val="lgDash"/>
          </a:ln>
        </p:spPr>
        <p:txBody>
          <a:bodyPr wrap="square" lIns="72000" tIns="36000" rIns="72000" bIns="36000" rtlCol="0" anchor="t">
            <a:noAutofit/>
          </a:bodyPr>
          <a:lstStyle/>
          <a:p>
            <a:pPr marL="0" marR="0" lvl="0" indent="0" defTabSz="914313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2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프리젠테이션 5 Medium" pitchFamily="2" charset="-127"/>
              <a:ea typeface="프리젠테이션 5 Medium" pitchFamily="2" charset="-127"/>
            </a:endParaRPr>
          </a:p>
        </p:txBody>
      </p:sp>
      <p:sp>
        <p:nvSpPr>
          <p:cNvPr id="278" name="TextBox 277">
            <a:extLst>
              <a:ext uri="{FF2B5EF4-FFF2-40B4-BE49-F238E27FC236}">
                <a16:creationId xmlns:a16="http://schemas.microsoft.com/office/drawing/2014/main" id="{71516898-BC22-4689-9837-9FE3CEB6934F}"/>
              </a:ext>
            </a:extLst>
          </p:cNvPr>
          <p:cNvSpPr txBox="1"/>
          <p:nvPr/>
        </p:nvSpPr>
        <p:spPr>
          <a:xfrm>
            <a:off x="7085550" y="5910797"/>
            <a:ext cx="2952000" cy="1008000"/>
          </a:xfrm>
          <a:prstGeom prst="roundRect">
            <a:avLst>
              <a:gd name="adj" fmla="val 7868"/>
            </a:avLst>
          </a:prstGeom>
          <a:solidFill>
            <a:schemeClr val="bg1"/>
          </a:solidFill>
          <a:ln w="12700">
            <a:solidFill>
              <a:srgbClr val="404756"/>
            </a:solidFill>
            <a:prstDash val="lgDash"/>
          </a:ln>
        </p:spPr>
        <p:txBody>
          <a:bodyPr wrap="square" lIns="72000" tIns="36000" rIns="72000" bIns="36000" rtlCol="0" anchor="t">
            <a:noAutofit/>
          </a:bodyPr>
          <a:lstStyle/>
          <a:p>
            <a:pPr marL="0" marR="0" lvl="0" indent="0" defTabSz="914313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2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프리젠테이션 5 Medium" pitchFamily="2" charset="-127"/>
              <a:ea typeface="프리젠테이션 5 Medium" pitchFamily="2" charset="-127"/>
            </a:endParaRPr>
          </a:p>
        </p:txBody>
      </p:sp>
      <p:sp>
        <p:nvSpPr>
          <p:cNvPr id="279" name="TextBox 278">
            <a:extLst>
              <a:ext uri="{FF2B5EF4-FFF2-40B4-BE49-F238E27FC236}">
                <a16:creationId xmlns:a16="http://schemas.microsoft.com/office/drawing/2014/main" id="{CC42FD56-FE71-4CD1-9560-DD999E0C1EDD}"/>
              </a:ext>
            </a:extLst>
          </p:cNvPr>
          <p:cNvSpPr txBox="1"/>
          <p:nvPr/>
        </p:nvSpPr>
        <p:spPr>
          <a:xfrm>
            <a:off x="7408888" y="6673807"/>
            <a:ext cx="2628000" cy="18466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>
            <a:spAutoFit/>
          </a:bodyPr>
          <a:lstStyle/>
          <a:p>
            <a:pPr defTabSz="914313" latinLnBrk="1"/>
            <a:r>
              <a:rPr lang="en-US" altLang="ko-KR" sz="1200" dirty="0">
                <a:solidFill>
                  <a:prstClr val="black"/>
                </a:solidFill>
                <a:latin typeface="프리젠테이션 5 Medium" pitchFamily="2" charset="-127"/>
                <a:ea typeface="프리젠테이션 5 Medium" pitchFamily="2" charset="-127"/>
              </a:rPr>
              <a:t> Arrange subgoals and validate plans</a:t>
            </a:r>
            <a:endParaRPr lang="ko-KR" altLang="en-US" sz="1200" dirty="0">
              <a:solidFill>
                <a:prstClr val="black"/>
              </a:solidFill>
              <a:latin typeface="프리젠테이션 5 Medium" pitchFamily="2" charset="-127"/>
              <a:ea typeface="프리젠테이션 5 Medium" pitchFamily="2" charset="-127"/>
            </a:endParaRPr>
          </a:p>
        </p:txBody>
      </p:sp>
      <p:sp>
        <p:nvSpPr>
          <p:cNvPr id="284" name="TextBox 283">
            <a:extLst>
              <a:ext uri="{FF2B5EF4-FFF2-40B4-BE49-F238E27FC236}">
                <a16:creationId xmlns:a16="http://schemas.microsoft.com/office/drawing/2014/main" id="{094DC003-668D-45F7-AFB2-941149980B77}"/>
              </a:ext>
            </a:extLst>
          </p:cNvPr>
          <p:cNvSpPr txBox="1"/>
          <p:nvPr/>
        </p:nvSpPr>
        <p:spPr>
          <a:xfrm>
            <a:off x="7589550" y="5567621"/>
            <a:ext cx="1944000" cy="338554"/>
          </a:xfrm>
          <a:prstGeom prst="rect">
            <a:avLst/>
          </a:prstGeom>
          <a:noFill/>
        </p:spPr>
        <p:txBody>
          <a:bodyPr wrap="square" lIns="0" rIns="0" rtlCol="0" anchor="ctr">
            <a:spAutoFit/>
          </a:bodyPr>
          <a:lstStyle/>
          <a:p>
            <a:pPr algn="ctr" defTabSz="914313" latinLnBrk="1"/>
            <a:r>
              <a:rPr lang="en-US" altLang="ko-KR" sz="1600" dirty="0">
                <a:solidFill>
                  <a:srgbClr val="FFA500"/>
                </a:solidFill>
                <a:latin typeface="프리젠테이션 7 Bold" pitchFamily="2" charset="-127"/>
                <a:ea typeface="프리젠테이션 7 Bold" pitchFamily="2" charset="-127"/>
              </a:rPr>
              <a:t>      Planning Manager</a:t>
            </a:r>
            <a:endParaRPr lang="ko-KR" altLang="en-US" sz="1600" dirty="0">
              <a:solidFill>
                <a:srgbClr val="356B9B"/>
              </a:solidFill>
              <a:latin typeface="프리젠테이션 7 Bold" pitchFamily="2" charset="-127"/>
              <a:ea typeface="프리젠테이션 7 Bold" pitchFamily="2" charset="-127"/>
            </a:endParaRPr>
          </a:p>
        </p:txBody>
      </p:sp>
      <p:sp>
        <p:nvSpPr>
          <p:cNvPr id="290" name="TextBox 289">
            <a:extLst>
              <a:ext uri="{FF2B5EF4-FFF2-40B4-BE49-F238E27FC236}">
                <a16:creationId xmlns:a16="http://schemas.microsoft.com/office/drawing/2014/main" id="{1358C99C-52B3-427F-870A-924BD9E5EFDD}"/>
              </a:ext>
            </a:extLst>
          </p:cNvPr>
          <p:cNvSpPr txBox="1"/>
          <p:nvPr/>
        </p:nvSpPr>
        <p:spPr>
          <a:xfrm>
            <a:off x="7408888" y="7368124"/>
            <a:ext cx="1220741" cy="55399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>
            <a:spAutoFit/>
          </a:bodyPr>
          <a:lstStyle/>
          <a:p>
            <a:pPr defTabSz="914313" latinLnBrk="1"/>
            <a:r>
              <a:rPr lang="en-US" altLang="ko-KR" sz="1200" spc="-160" dirty="0">
                <a:solidFill>
                  <a:srgbClr val="404756"/>
                </a:solidFill>
                <a:latin typeface="Cascadia Code SemiLight" panose="020B0609020000020004" pitchFamily="49" charset="0"/>
                <a:ea typeface="프리젠테이션 5 Medium" pitchFamily="2" charset="-127"/>
                <a:cs typeface="Cascadia Code SemiLight" panose="020B0609020000020004" pitchFamily="49" charset="0"/>
              </a:rPr>
              <a:t>[</a:t>
            </a:r>
            <a:r>
              <a:rPr lang="en-US" altLang="ko-KR" sz="1200" spc="-160" dirty="0" err="1">
                <a:solidFill>
                  <a:srgbClr val="404756"/>
                </a:solidFill>
                <a:latin typeface="Cascadia Code SemiLight" panose="020B0609020000020004" pitchFamily="49" charset="0"/>
                <a:ea typeface="프리젠테이션 5 Medium" pitchFamily="2" charset="-127"/>
                <a:cs typeface="Cascadia Code SemiLight" panose="020B0609020000020004" pitchFamily="49" charset="0"/>
              </a:rPr>
              <a:t>tool_history</a:t>
            </a:r>
            <a:r>
              <a:rPr lang="en-US" altLang="ko-KR" sz="1200" spc="-160" dirty="0">
                <a:solidFill>
                  <a:srgbClr val="404756"/>
                </a:solidFill>
                <a:latin typeface="Cascadia Code SemiLight" panose="020B0609020000020004" pitchFamily="49" charset="0"/>
                <a:ea typeface="프리젠테이션 5 Medium" pitchFamily="2" charset="-127"/>
                <a:cs typeface="Cascadia Code SemiLight" panose="020B0609020000020004" pitchFamily="49" charset="0"/>
              </a:rPr>
              <a:t>]</a:t>
            </a:r>
          </a:p>
          <a:p>
            <a:pPr defTabSz="914313" latinLnBrk="1"/>
            <a:r>
              <a:rPr lang="en-US" altLang="ko-KR" sz="1200" spc="-160" dirty="0">
                <a:solidFill>
                  <a:srgbClr val="404756"/>
                </a:solidFill>
                <a:latin typeface="Cascadia Code SemiLight" panose="020B0609020000020004" pitchFamily="49" charset="0"/>
                <a:ea typeface="프리젠테이션 5 Medium" pitchFamily="2" charset="-127"/>
                <a:cs typeface="Cascadia Code SemiLight" panose="020B0609020000020004" pitchFamily="49" charset="0"/>
              </a:rPr>
              <a:t>[</a:t>
            </a:r>
            <a:r>
              <a:rPr lang="en-US" altLang="ko-KR" sz="1200" spc="-160" dirty="0" err="1">
                <a:solidFill>
                  <a:srgbClr val="404756"/>
                </a:solidFill>
                <a:latin typeface="Cascadia Code SemiLight" panose="020B0609020000020004" pitchFamily="49" charset="0"/>
                <a:ea typeface="프리젠테이션 5 Medium" pitchFamily="2" charset="-127"/>
                <a:cs typeface="Cascadia Code SemiLight" panose="020B0609020000020004" pitchFamily="49" charset="0"/>
              </a:rPr>
              <a:t>agent_reports</a:t>
            </a:r>
            <a:r>
              <a:rPr lang="en-US" altLang="ko-KR" sz="1200" spc="-160" dirty="0">
                <a:solidFill>
                  <a:srgbClr val="404756"/>
                </a:solidFill>
                <a:latin typeface="Cascadia Code SemiLight" panose="020B0609020000020004" pitchFamily="49" charset="0"/>
                <a:ea typeface="프리젠테이션 5 Medium" pitchFamily="2" charset="-127"/>
                <a:cs typeface="Cascadia Code SemiLight" panose="020B0609020000020004" pitchFamily="49" charset="0"/>
              </a:rPr>
              <a:t>]</a:t>
            </a:r>
          </a:p>
          <a:p>
            <a:pPr defTabSz="914313" latinLnBrk="1"/>
            <a:r>
              <a:rPr lang="en-US" altLang="ko-KR" sz="1200" spc="-160" dirty="0">
                <a:solidFill>
                  <a:srgbClr val="404756"/>
                </a:solidFill>
                <a:latin typeface="Cascadia Code SemiLight" panose="020B0609020000020004" pitchFamily="49" charset="0"/>
                <a:ea typeface="프리젠테이션 5 Medium" pitchFamily="2" charset="-127"/>
                <a:cs typeface="Cascadia Code SemiLight" panose="020B0609020000020004" pitchFamily="49" charset="0"/>
              </a:rPr>
              <a:t>[</a:t>
            </a:r>
            <a:r>
              <a:rPr lang="en-US" altLang="ko-KR" sz="1200" spc="-160" dirty="0" err="1">
                <a:solidFill>
                  <a:srgbClr val="404756"/>
                </a:solidFill>
                <a:latin typeface="Cascadia Code SemiLight" panose="020B0609020000020004" pitchFamily="49" charset="0"/>
                <a:ea typeface="프리젠테이션 5 Medium" pitchFamily="2" charset="-127"/>
                <a:cs typeface="Cascadia Code SemiLight" panose="020B0609020000020004" pitchFamily="49" charset="0"/>
              </a:rPr>
              <a:t>final_plan</a:t>
            </a:r>
            <a:r>
              <a:rPr lang="en-US" altLang="ko-KR" sz="1200" spc="-160" dirty="0">
                <a:solidFill>
                  <a:srgbClr val="404756"/>
                </a:solidFill>
                <a:latin typeface="Cascadia Code SemiLight" panose="020B0609020000020004" pitchFamily="49" charset="0"/>
                <a:ea typeface="프리젠테이션 5 Medium" pitchFamily="2" charset="-127"/>
                <a:cs typeface="Cascadia Code SemiLight" panose="020B0609020000020004" pitchFamily="49" charset="0"/>
              </a:rPr>
              <a:t>]</a:t>
            </a:r>
            <a:endParaRPr lang="ko-KR" altLang="en-US" sz="1200" spc="-160" dirty="0">
              <a:solidFill>
                <a:srgbClr val="404756"/>
              </a:solidFill>
              <a:latin typeface="Cascadia Code SemiLight" panose="020B0609020000020004" pitchFamily="49" charset="0"/>
              <a:ea typeface="프리젠테이션 5 Medium" pitchFamily="2" charset="-127"/>
              <a:cs typeface="Cascadia Code SemiLight" panose="020B0609020000020004" pitchFamily="49" charset="0"/>
            </a:endParaRPr>
          </a:p>
        </p:txBody>
      </p:sp>
      <p:sp>
        <p:nvSpPr>
          <p:cNvPr id="292" name="TextBox 291">
            <a:extLst>
              <a:ext uri="{FF2B5EF4-FFF2-40B4-BE49-F238E27FC236}">
                <a16:creationId xmlns:a16="http://schemas.microsoft.com/office/drawing/2014/main" id="{5DA66272-4405-4A24-A0A2-233036198654}"/>
              </a:ext>
            </a:extLst>
          </p:cNvPr>
          <p:cNvSpPr txBox="1"/>
          <p:nvPr/>
        </p:nvSpPr>
        <p:spPr>
          <a:xfrm>
            <a:off x="7408888" y="6212644"/>
            <a:ext cx="2592000" cy="3693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>
            <a:spAutoFit/>
          </a:bodyPr>
          <a:lstStyle/>
          <a:p>
            <a:pPr defTabSz="914313" latinLnBrk="1"/>
            <a:r>
              <a:rPr lang="en-US" altLang="ko-KR" sz="1200" spc="-160" dirty="0">
                <a:solidFill>
                  <a:srgbClr val="404756"/>
                </a:solidFill>
                <a:latin typeface="Cascadia Code SemiLight" panose="020B0609020000020004" pitchFamily="49" charset="0"/>
                <a:ea typeface="프리젠테이션 5 Medium" pitchFamily="2" charset="-127"/>
                <a:cs typeface="Cascadia Code SemiLight" panose="020B0609020000020004" pitchFamily="49" charset="0"/>
              </a:rPr>
              <a:t>[</a:t>
            </a:r>
            <a:r>
              <a:rPr lang="en-US" altLang="ko-KR" sz="1200" spc="-160" dirty="0" err="1">
                <a:solidFill>
                  <a:srgbClr val="404756"/>
                </a:solidFill>
                <a:latin typeface="Cascadia Code SemiLight" panose="020B0609020000020004" pitchFamily="49" charset="0"/>
                <a:ea typeface="프리젠테이션 5 Medium" pitchFamily="2" charset="-127"/>
                <a:cs typeface="Cascadia Code SemiLight" panose="020B0609020000020004" pitchFamily="49" charset="0"/>
              </a:rPr>
              <a:t>task_description</a:t>
            </a:r>
            <a:r>
              <a:rPr lang="en-US" altLang="ko-KR" sz="1200" spc="-160" dirty="0">
                <a:solidFill>
                  <a:srgbClr val="404756"/>
                </a:solidFill>
                <a:latin typeface="Cascadia Code SemiLight" panose="020B0609020000020004" pitchFamily="49" charset="0"/>
                <a:ea typeface="프리젠테이션 5 Medium" pitchFamily="2" charset="-127"/>
                <a:cs typeface="Cascadia Code SemiLight" panose="020B0609020000020004" pitchFamily="49" charset="0"/>
              </a:rPr>
              <a:t>] [</a:t>
            </a:r>
            <a:r>
              <a:rPr lang="en-US" altLang="ko-KR" sz="1200" spc="-160" dirty="0" err="1">
                <a:solidFill>
                  <a:srgbClr val="404756"/>
                </a:solidFill>
                <a:latin typeface="Cascadia Code SemiLight" panose="020B0609020000020004" pitchFamily="49" charset="0"/>
                <a:ea typeface="프리젠테이션 5 Medium" pitchFamily="2" charset="-127"/>
                <a:cs typeface="Cascadia Code SemiLight" panose="020B0609020000020004" pitchFamily="49" charset="0"/>
              </a:rPr>
              <a:t>task_conditions</a:t>
            </a:r>
            <a:r>
              <a:rPr lang="en-US" altLang="ko-KR" sz="1200" spc="-160" dirty="0">
                <a:solidFill>
                  <a:srgbClr val="404756"/>
                </a:solidFill>
                <a:latin typeface="Cascadia Code SemiLight" panose="020B0609020000020004" pitchFamily="49" charset="0"/>
                <a:ea typeface="프리젠테이션 5 Medium" pitchFamily="2" charset="-127"/>
                <a:cs typeface="Cascadia Code SemiLight" panose="020B0609020000020004" pitchFamily="49" charset="0"/>
              </a:rPr>
              <a:t>]</a:t>
            </a:r>
          </a:p>
          <a:p>
            <a:pPr defTabSz="914313" latinLnBrk="1"/>
            <a:r>
              <a:rPr lang="en-US" altLang="ko-KR" sz="1200" spc="-160" dirty="0">
                <a:solidFill>
                  <a:srgbClr val="404756"/>
                </a:solidFill>
                <a:latin typeface="Cascadia Code SemiLight" panose="020B0609020000020004" pitchFamily="49" charset="0"/>
                <a:ea typeface="프리젠테이션 5 Medium" pitchFamily="2" charset="-127"/>
                <a:cs typeface="Cascadia Code SemiLight" panose="020B0609020000020004" pitchFamily="49" charset="0"/>
              </a:rPr>
              <a:t>[</a:t>
            </a:r>
            <a:r>
              <a:rPr lang="en-US" altLang="ko-KR" sz="1200" spc="-160" dirty="0" err="1">
                <a:solidFill>
                  <a:srgbClr val="404756"/>
                </a:solidFill>
                <a:latin typeface="Cascadia Code SemiLight" panose="020B0609020000020004" pitchFamily="49" charset="0"/>
                <a:ea typeface="프리젠테이션 5 Medium" pitchFamily="2" charset="-127"/>
                <a:cs typeface="Cascadia Code SemiLight" panose="020B0609020000020004" pitchFamily="49" charset="0"/>
              </a:rPr>
              <a:t>tool_history</a:t>
            </a:r>
            <a:r>
              <a:rPr lang="en-US" altLang="ko-KR" sz="1200" spc="-160" dirty="0">
                <a:solidFill>
                  <a:srgbClr val="404756"/>
                </a:solidFill>
                <a:latin typeface="Cascadia Code SemiLight" panose="020B0609020000020004" pitchFamily="49" charset="0"/>
                <a:ea typeface="프리젠테이션 5 Medium" pitchFamily="2" charset="-127"/>
                <a:cs typeface="Cascadia Code SemiLight" panose="020B0609020000020004" pitchFamily="49" charset="0"/>
              </a:rPr>
              <a:t>] [</a:t>
            </a:r>
            <a:r>
              <a:rPr lang="en-US" altLang="ko-KR" sz="1200" spc="-160" dirty="0" err="1">
                <a:solidFill>
                  <a:srgbClr val="404756"/>
                </a:solidFill>
                <a:latin typeface="Cascadia Code SemiLight" panose="020B0609020000020004" pitchFamily="49" charset="0"/>
                <a:ea typeface="프리젠테이션 5 Medium" pitchFamily="2" charset="-127"/>
                <a:cs typeface="Cascadia Code SemiLight" panose="020B0609020000020004" pitchFamily="49" charset="0"/>
              </a:rPr>
              <a:t>discovered_objects</a:t>
            </a:r>
            <a:r>
              <a:rPr lang="en-US" altLang="ko-KR" sz="1200" spc="-160" dirty="0">
                <a:solidFill>
                  <a:srgbClr val="404756"/>
                </a:solidFill>
                <a:latin typeface="Cascadia Code SemiLight" panose="020B0609020000020004" pitchFamily="49" charset="0"/>
                <a:ea typeface="프리젠테이션 5 Medium" pitchFamily="2" charset="-127"/>
                <a:cs typeface="Cascadia Code SemiLight" panose="020B0609020000020004" pitchFamily="49" charset="0"/>
              </a:rPr>
              <a:t>]</a:t>
            </a:r>
          </a:p>
        </p:txBody>
      </p:sp>
      <p:sp>
        <p:nvSpPr>
          <p:cNvPr id="293" name="TextBox 292">
            <a:extLst>
              <a:ext uri="{FF2B5EF4-FFF2-40B4-BE49-F238E27FC236}">
                <a16:creationId xmlns:a16="http://schemas.microsoft.com/office/drawing/2014/main" id="{9ADCEE0B-0D3E-4214-824C-B1E1390B6531}"/>
              </a:ext>
            </a:extLst>
          </p:cNvPr>
          <p:cNvSpPr txBox="1"/>
          <p:nvPr/>
        </p:nvSpPr>
        <p:spPr>
          <a:xfrm>
            <a:off x="7086930" y="5910797"/>
            <a:ext cx="688875" cy="307777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defTabSz="914313" latinLnBrk="1"/>
            <a:r>
              <a:rPr lang="en-US" altLang="ko-KR" sz="1400" dirty="0">
                <a:solidFill>
                  <a:prstClr val="black"/>
                </a:solidFill>
                <a:latin typeface="프리젠테이션 6 SemiBold" pitchFamily="2" charset="-127"/>
                <a:ea typeface="프리젠테이션 6 SemiBold" pitchFamily="2" charset="-127"/>
              </a:rPr>
              <a:t>Input</a:t>
            </a:r>
            <a:endParaRPr lang="ko-KR" altLang="en-US" sz="1400" dirty="0">
              <a:solidFill>
                <a:prstClr val="black"/>
              </a:solidFill>
              <a:latin typeface="프리젠테이션 6 SemiBold" pitchFamily="2" charset="-127"/>
              <a:ea typeface="프리젠테이션 6 SemiBold" pitchFamily="2" charset="-127"/>
            </a:endParaRPr>
          </a:p>
        </p:txBody>
      </p:sp>
      <p:sp>
        <p:nvSpPr>
          <p:cNvPr id="310" name="TextBox 309">
            <a:extLst>
              <a:ext uri="{FF2B5EF4-FFF2-40B4-BE49-F238E27FC236}">
                <a16:creationId xmlns:a16="http://schemas.microsoft.com/office/drawing/2014/main" id="{B4AF2187-7675-4C26-AA9B-058F9C1A1AD1}"/>
              </a:ext>
            </a:extLst>
          </p:cNvPr>
          <p:cNvSpPr txBox="1"/>
          <p:nvPr/>
        </p:nvSpPr>
        <p:spPr>
          <a:xfrm>
            <a:off x="7086930" y="7017028"/>
            <a:ext cx="754108" cy="307777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defTabSz="914313" latinLnBrk="1"/>
            <a:r>
              <a:rPr lang="en-US" altLang="ko-KR" sz="1400" dirty="0">
                <a:solidFill>
                  <a:prstClr val="black"/>
                </a:solidFill>
                <a:latin typeface="프리젠테이션 6 SemiBold" pitchFamily="2" charset="-127"/>
                <a:ea typeface="프리젠테이션 6 SemiBold" pitchFamily="2" charset="-127"/>
              </a:rPr>
              <a:t>Output</a:t>
            </a:r>
            <a:endParaRPr lang="ko-KR" altLang="en-US" sz="1400" dirty="0">
              <a:solidFill>
                <a:prstClr val="black"/>
              </a:solidFill>
              <a:latin typeface="프리젠테이션 6 SemiBold" pitchFamily="2" charset="-127"/>
              <a:ea typeface="프리젠테이션 6 SemiBold" pitchFamily="2" charset="-127"/>
            </a:endParaRPr>
          </a:p>
        </p:txBody>
      </p:sp>
      <p:sp>
        <p:nvSpPr>
          <p:cNvPr id="317" name="TextBox 316">
            <a:extLst>
              <a:ext uri="{FF2B5EF4-FFF2-40B4-BE49-F238E27FC236}">
                <a16:creationId xmlns:a16="http://schemas.microsoft.com/office/drawing/2014/main" id="{D55F358D-7EE2-429C-92AD-5361CD4C3FB3}"/>
              </a:ext>
            </a:extLst>
          </p:cNvPr>
          <p:cNvSpPr txBox="1"/>
          <p:nvPr/>
        </p:nvSpPr>
        <p:spPr>
          <a:xfrm>
            <a:off x="8894756" y="7685794"/>
            <a:ext cx="756000" cy="2160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lIns="0" tIns="0" rIns="0" bIns="0" rtlCol="0" anchor="ctr">
            <a:noAutofit/>
          </a:bodyPr>
          <a:lstStyle/>
          <a:p>
            <a:pPr marL="0" marR="0" lvl="0" indent="0" algn="ctr" defTabSz="914313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200" b="0" i="0" u="none" strike="noStrike" kern="0" cap="none" spc="0" normalizeH="0" baseline="0" noProof="0" dirty="0">
                <a:ln>
                  <a:noFill/>
                </a:ln>
                <a:solidFill>
                  <a:srgbClr val="091421"/>
                </a:solidFill>
                <a:effectLst/>
                <a:uLnTx/>
                <a:uFillTx/>
                <a:latin typeface="프리젠테이션 7 Bold" pitchFamily="2" charset="-127"/>
                <a:ea typeface="프리젠테이션 7 Bold" pitchFamily="2" charset="-127"/>
              </a:rPr>
              <a:t>      ROBOT</a:t>
            </a:r>
            <a:endParaRPr kumimoji="0" lang="ko-KR" altLang="en-US" sz="1200" b="0" i="0" u="none" strike="noStrike" kern="0" cap="none" spc="0" normalizeH="0" baseline="0" noProof="0" dirty="0">
              <a:ln>
                <a:noFill/>
              </a:ln>
              <a:solidFill>
                <a:srgbClr val="091421"/>
              </a:solidFill>
              <a:effectLst/>
              <a:uLnTx/>
              <a:uFillTx/>
              <a:latin typeface="프리젠테이션 7 Bold" pitchFamily="2" charset="-127"/>
              <a:ea typeface="프리젠테이션 7 Bold" pitchFamily="2" charset="-127"/>
            </a:endParaRPr>
          </a:p>
        </p:txBody>
      </p:sp>
      <p:sp>
        <p:nvSpPr>
          <p:cNvPr id="337" name="TextBox 336">
            <a:extLst>
              <a:ext uri="{FF2B5EF4-FFF2-40B4-BE49-F238E27FC236}">
                <a16:creationId xmlns:a16="http://schemas.microsoft.com/office/drawing/2014/main" id="{D9D2C3A3-13DB-483A-B8FB-542335865AC2}"/>
              </a:ext>
            </a:extLst>
          </p:cNvPr>
          <p:cNvSpPr txBox="1"/>
          <p:nvPr/>
        </p:nvSpPr>
        <p:spPr>
          <a:xfrm>
            <a:off x="8894758" y="7368124"/>
            <a:ext cx="972000" cy="216000"/>
          </a:xfrm>
          <a:prstGeom prst="rect">
            <a:avLst/>
          </a:prstGeom>
          <a:solidFill>
            <a:srgbClr val="F4F4F4"/>
          </a:solidFill>
          <a:ln>
            <a:solidFill>
              <a:srgbClr val="09142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lIns="0" tIns="0" rIns="0" bIns="0" rtlCol="0" anchor="ctr">
            <a:noAutofit/>
          </a:bodyPr>
          <a:lstStyle/>
          <a:p>
            <a:pPr marL="0" marR="0" lvl="0" indent="0" algn="ctr" defTabSz="914313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200" b="0" i="0" u="none" strike="noStrike" kern="0" cap="none" spc="0" normalizeH="0" baseline="0" noProof="0" dirty="0">
                <a:ln>
                  <a:noFill/>
                </a:ln>
                <a:solidFill>
                  <a:srgbClr val="091421"/>
                </a:solidFill>
                <a:effectLst/>
                <a:uLnTx/>
                <a:uFillTx/>
                <a:latin typeface="프리젠테이션 7 Bold" pitchFamily="2" charset="-127"/>
                <a:ea typeface="프리젠테이션 7 Bold" pitchFamily="2" charset="-127"/>
              </a:rPr>
              <a:t>      PDDL plan</a:t>
            </a:r>
            <a:endParaRPr kumimoji="0" lang="ko-KR" altLang="en-US" sz="1200" b="0" i="0" u="none" strike="noStrike" kern="0" cap="none" spc="0" normalizeH="0" baseline="0" noProof="0" dirty="0">
              <a:ln>
                <a:noFill/>
              </a:ln>
              <a:solidFill>
                <a:srgbClr val="091421"/>
              </a:solidFill>
              <a:effectLst/>
              <a:uLnTx/>
              <a:uFillTx/>
              <a:latin typeface="프리젠테이션 7 Bold" pitchFamily="2" charset="-127"/>
              <a:ea typeface="프리젠테이션 7 Bold" pitchFamily="2" charset="-127"/>
            </a:endParaRPr>
          </a:p>
        </p:txBody>
      </p:sp>
      <p:sp>
        <p:nvSpPr>
          <p:cNvPr id="254" name="TextBox 253">
            <a:extLst>
              <a:ext uri="{FF2B5EF4-FFF2-40B4-BE49-F238E27FC236}">
                <a16:creationId xmlns:a16="http://schemas.microsoft.com/office/drawing/2014/main" id="{872B9DBB-9B54-4AF0-8636-48826464624A}"/>
              </a:ext>
            </a:extLst>
          </p:cNvPr>
          <p:cNvSpPr txBox="1"/>
          <p:nvPr/>
        </p:nvSpPr>
        <p:spPr>
          <a:xfrm>
            <a:off x="6739490" y="2783989"/>
            <a:ext cx="3636000" cy="2556000"/>
          </a:xfrm>
          <a:prstGeom prst="roundRect">
            <a:avLst>
              <a:gd name="adj" fmla="val 4749"/>
            </a:avLst>
          </a:prstGeom>
          <a:solidFill>
            <a:srgbClr val="EFF6F4"/>
          </a:solidFill>
          <a:ln w="19050">
            <a:solidFill>
              <a:srgbClr val="25B189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noAutofit/>
          </a:bodyPr>
          <a:lstStyle/>
          <a:p>
            <a:pPr marL="0" marR="0" lvl="0" indent="0" defTabSz="914313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2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프리젠테이션 5 Medium" pitchFamily="2" charset="-127"/>
              <a:ea typeface="프리젠테이션 5 Medium" pitchFamily="2" charset="-127"/>
            </a:endParaRPr>
          </a:p>
        </p:txBody>
      </p:sp>
      <p:sp>
        <p:nvSpPr>
          <p:cNvPr id="255" name="TextBox 254">
            <a:extLst>
              <a:ext uri="{FF2B5EF4-FFF2-40B4-BE49-F238E27FC236}">
                <a16:creationId xmlns:a16="http://schemas.microsoft.com/office/drawing/2014/main" id="{C9FBE5A5-4A75-489E-9CB1-D2F6F74548CD}"/>
              </a:ext>
            </a:extLst>
          </p:cNvPr>
          <p:cNvSpPr txBox="1"/>
          <p:nvPr/>
        </p:nvSpPr>
        <p:spPr>
          <a:xfrm>
            <a:off x="6829490" y="4239014"/>
            <a:ext cx="3456000" cy="1008000"/>
          </a:xfrm>
          <a:prstGeom prst="roundRect">
            <a:avLst>
              <a:gd name="adj" fmla="val 7868"/>
            </a:avLst>
          </a:prstGeom>
          <a:solidFill>
            <a:schemeClr val="bg1"/>
          </a:solidFill>
          <a:ln w="12700">
            <a:solidFill>
              <a:srgbClr val="404756"/>
            </a:solidFill>
            <a:prstDash val="lgDash"/>
          </a:ln>
        </p:spPr>
        <p:txBody>
          <a:bodyPr wrap="square" lIns="72000" tIns="36000" rIns="72000" bIns="36000" rtlCol="0" anchor="t">
            <a:noAutofit/>
          </a:bodyPr>
          <a:lstStyle/>
          <a:p>
            <a:pPr marL="0" marR="0" lvl="0" indent="0" defTabSz="914313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2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프리젠테이션 5 Medium" pitchFamily="2" charset="-127"/>
              <a:ea typeface="프리젠테이션 5 Medium" pitchFamily="2" charset="-127"/>
            </a:endParaRPr>
          </a:p>
        </p:txBody>
      </p:sp>
      <p:sp>
        <p:nvSpPr>
          <p:cNvPr id="256" name="TextBox 255">
            <a:extLst>
              <a:ext uri="{FF2B5EF4-FFF2-40B4-BE49-F238E27FC236}">
                <a16:creationId xmlns:a16="http://schemas.microsoft.com/office/drawing/2014/main" id="{3BCCE52D-B47C-4932-A9B7-DB114FBCAC99}"/>
              </a:ext>
            </a:extLst>
          </p:cNvPr>
          <p:cNvSpPr txBox="1"/>
          <p:nvPr/>
        </p:nvSpPr>
        <p:spPr>
          <a:xfrm>
            <a:off x="6829490" y="3130315"/>
            <a:ext cx="3456000" cy="1008000"/>
          </a:xfrm>
          <a:prstGeom prst="roundRect">
            <a:avLst>
              <a:gd name="adj" fmla="val 7868"/>
            </a:avLst>
          </a:prstGeom>
          <a:solidFill>
            <a:schemeClr val="bg1"/>
          </a:solidFill>
          <a:ln w="12700">
            <a:solidFill>
              <a:srgbClr val="404756"/>
            </a:solidFill>
            <a:prstDash val="lgDash"/>
          </a:ln>
        </p:spPr>
        <p:txBody>
          <a:bodyPr wrap="square" lIns="72000" tIns="36000" rIns="72000" bIns="36000" rtlCol="0" anchor="t">
            <a:noAutofit/>
          </a:bodyPr>
          <a:lstStyle/>
          <a:p>
            <a:pPr marL="0" marR="0" lvl="0" indent="0" defTabSz="914313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2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프리젠테이션 5 Medium" pitchFamily="2" charset="-127"/>
              <a:ea typeface="프리젠테이션 5 Medium" pitchFamily="2" charset="-127"/>
            </a:endParaRPr>
          </a:p>
        </p:txBody>
      </p:sp>
      <p:sp>
        <p:nvSpPr>
          <p:cNvPr id="258" name="TextBox 257">
            <a:extLst>
              <a:ext uri="{FF2B5EF4-FFF2-40B4-BE49-F238E27FC236}">
                <a16:creationId xmlns:a16="http://schemas.microsoft.com/office/drawing/2014/main" id="{763FEB1B-5ED4-4D89-9BB1-334302DFD3D4}"/>
              </a:ext>
            </a:extLst>
          </p:cNvPr>
          <p:cNvSpPr txBox="1"/>
          <p:nvPr/>
        </p:nvSpPr>
        <p:spPr>
          <a:xfrm>
            <a:off x="7136408" y="3884511"/>
            <a:ext cx="3132000" cy="18466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>
            <a:spAutoFit/>
          </a:bodyPr>
          <a:lstStyle/>
          <a:p>
            <a:pPr defTabSz="914313" latinLnBrk="1"/>
            <a:r>
              <a:rPr lang="en-US" altLang="ko-KR" sz="1200" dirty="0">
                <a:solidFill>
                  <a:prstClr val="black"/>
                </a:solidFill>
                <a:latin typeface="프리젠테이션 5 Medium" pitchFamily="2" charset="-127"/>
                <a:ea typeface="프리젠테이션 5 Medium" pitchFamily="2" charset="-127"/>
              </a:rPr>
              <a:t> Ground task-relevant scene context</a:t>
            </a:r>
            <a:endParaRPr lang="ko-KR" altLang="en-US" sz="1200" dirty="0">
              <a:solidFill>
                <a:prstClr val="black"/>
              </a:solidFill>
              <a:latin typeface="프리젠테이션 5 Medium" pitchFamily="2" charset="-127"/>
              <a:ea typeface="프리젠테이션 5 Medium" pitchFamily="2" charset="-127"/>
            </a:endParaRPr>
          </a:p>
        </p:txBody>
      </p:sp>
      <p:sp>
        <p:nvSpPr>
          <p:cNvPr id="263" name="TextBox 262">
            <a:extLst>
              <a:ext uri="{FF2B5EF4-FFF2-40B4-BE49-F238E27FC236}">
                <a16:creationId xmlns:a16="http://schemas.microsoft.com/office/drawing/2014/main" id="{E79F7363-A681-491F-A983-695BBC9478CC}"/>
              </a:ext>
            </a:extLst>
          </p:cNvPr>
          <p:cNvSpPr txBox="1"/>
          <p:nvPr/>
        </p:nvSpPr>
        <p:spPr>
          <a:xfrm>
            <a:off x="7136408" y="4602265"/>
            <a:ext cx="1451722" cy="55399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>
            <a:spAutoFit/>
          </a:bodyPr>
          <a:lstStyle/>
          <a:p>
            <a:pPr defTabSz="914313" latinLnBrk="1"/>
            <a:r>
              <a:rPr lang="en-US" altLang="ko-KR" sz="1200" spc="-160" dirty="0">
                <a:solidFill>
                  <a:srgbClr val="404756"/>
                </a:solidFill>
                <a:latin typeface="Cascadia Code SemiLight" panose="020B0609020000020004" pitchFamily="49" charset="0"/>
                <a:ea typeface="프리젠테이션 5 Medium" pitchFamily="2" charset="-127"/>
                <a:cs typeface="Cascadia Code SemiLight" panose="020B0609020000020004" pitchFamily="49" charset="0"/>
              </a:rPr>
              <a:t>[</a:t>
            </a:r>
            <a:r>
              <a:rPr lang="en-US" altLang="ko-KR" sz="1200" spc="-160" dirty="0" err="1">
                <a:solidFill>
                  <a:srgbClr val="404756"/>
                </a:solidFill>
                <a:latin typeface="Cascadia Code SemiLight" panose="020B0609020000020004" pitchFamily="49" charset="0"/>
                <a:ea typeface="프리젠테이션 5 Medium" pitchFamily="2" charset="-127"/>
                <a:cs typeface="Cascadia Code SemiLight" panose="020B0609020000020004" pitchFamily="49" charset="0"/>
              </a:rPr>
              <a:t>tool_history</a:t>
            </a:r>
            <a:r>
              <a:rPr lang="en-US" altLang="ko-KR" sz="1200" spc="-160" dirty="0">
                <a:solidFill>
                  <a:srgbClr val="404756"/>
                </a:solidFill>
                <a:latin typeface="Cascadia Code SemiLight" panose="020B0609020000020004" pitchFamily="49" charset="0"/>
                <a:ea typeface="프리젠테이션 5 Medium" pitchFamily="2" charset="-127"/>
                <a:cs typeface="Cascadia Code SemiLight" panose="020B0609020000020004" pitchFamily="49" charset="0"/>
              </a:rPr>
              <a:t>]</a:t>
            </a:r>
          </a:p>
          <a:p>
            <a:pPr defTabSz="914313" latinLnBrk="1"/>
            <a:r>
              <a:rPr lang="en-US" altLang="ko-KR" sz="1200" spc="-160" dirty="0">
                <a:solidFill>
                  <a:srgbClr val="404756"/>
                </a:solidFill>
                <a:latin typeface="Cascadia Code SemiLight" panose="020B0609020000020004" pitchFamily="49" charset="0"/>
                <a:ea typeface="프리젠테이션 5 Medium" pitchFamily="2" charset="-127"/>
                <a:cs typeface="Cascadia Code SemiLight" panose="020B0609020000020004" pitchFamily="49" charset="0"/>
              </a:rPr>
              <a:t>[</a:t>
            </a:r>
            <a:r>
              <a:rPr lang="en-US" altLang="ko-KR" sz="1200" spc="-160" dirty="0" err="1">
                <a:solidFill>
                  <a:srgbClr val="404756"/>
                </a:solidFill>
                <a:latin typeface="Cascadia Code SemiLight" panose="020B0609020000020004" pitchFamily="49" charset="0"/>
                <a:ea typeface="프리젠테이션 5 Medium" pitchFamily="2" charset="-127"/>
                <a:cs typeface="Cascadia Code SemiLight" panose="020B0609020000020004" pitchFamily="49" charset="0"/>
              </a:rPr>
              <a:t>discovered_objects</a:t>
            </a:r>
            <a:r>
              <a:rPr lang="en-US" altLang="ko-KR" sz="1200" spc="-160" dirty="0">
                <a:solidFill>
                  <a:srgbClr val="404756"/>
                </a:solidFill>
                <a:latin typeface="Cascadia Code SemiLight" panose="020B0609020000020004" pitchFamily="49" charset="0"/>
                <a:ea typeface="프리젠테이션 5 Medium" pitchFamily="2" charset="-127"/>
                <a:cs typeface="Cascadia Code SemiLight" panose="020B0609020000020004" pitchFamily="49" charset="0"/>
              </a:rPr>
              <a:t>]</a:t>
            </a:r>
          </a:p>
          <a:p>
            <a:pPr defTabSz="914313" latinLnBrk="1"/>
            <a:r>
              <a:rPr lang="en-US" altLang="ko-KR" sz="1200" spc="-160" dirty="0">
                <a:solidFill>
                  <a:srgbClr val="404756"/>
                </a:solidFill>
                <a:latin typeface="Cascadia Code SemiLight" panose="020B0609020000020004" pitchFamily="49" charset="0"/>
                <a:ea typeface="프리젠테이션 5 Medium" pitchFamily="2" charset="-127"/>
                <a:cs typeface="Cascadia Code SemiLight" panose="020B0609020000020004" pitchFamily="49" charset="0"/>
              </a:rPr>
              <a:t>[</a:t>
            </a:r>
            <a:r>
              <a:rPr lang="en-US" altLang="ko-KR" sz="1200" spc="-160" dirty="0" err="1">
                <a:solidFill>
                  <a:srgbClr val="404756"/>
                </a:solidFill>
                <a:latin typeface="Cascadia Code SemiLight" panose="020B0609020000020004" pitchFamily="49" charset="0"/>
                <a:ea typeface="프리젠테이션 5 Medium" pitchFamily="2" charset="-127"/>
                <a:cs typeface="Cascadia Code SemiLight" panose="020B0609020000020004" pitchFamily="49" charset="0"/>
              </a:rPr>
              <a:t>agent_reports</a:t>
            </a:r>
            <a:r>
              <a:rPr lang="en-US" altLang="ko-KR" sz="1200" spc="-160" dirty="0">
                <a:solidFill>
                  <a:srgbClr val="404756"/>
                </a:solidFill>
                <a:latin typeface="Cascadia Code SemiLight" panose="020B0609020000020004" pitchFamily="49" charset="0"/>
                <a:ea typeface="프리젠테이션 5 Medium" pitchFamily="2" charset="-127"/>
                <a:cs typeface="Cascadia Code SemiLight" panose="020B0609020000020004" pitchFamily="49" charset="0"/>
              </a:rPr>
              <a:t>]</a:t>
            </a:r>
          </a:p>
        </p:txBody>
      </p:sp>
      <p:sp>
        <p:nvSpPr>
          <p:cNvPr id="265" name="TextBox 264">
            <a:extLst>
              <a:ext uri="{FF2B5EF4-FFF2-40B4-BE49-F238E27FC236}">
                <a16:creationId xmlns:a16="http://schemas.microsoft.com/office/drawing/2014/main" id="{528AFE54-352C-4274-AC87-6B494CF0E653}"/>
              </a:ext>
            </a:extLst>
          </p:cNvPr>
          <p:cNvSpPr txBox="1"/>
          <p:nvPr/>
        </p:nvSpPr>
        <p:spPr>
          <a:xfrm>
            <a:off x="7136408" y="3453117"/>
            <a:ext cx="3131806" cy="3693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>
            <a:spAutoFit/>
          </a:bodyPr>
          <a:lstStyle/>
          <a:p>
            <a:pPr defTabSz="914313" latinLnBrk="1"/>
            <a:r>
              <a:rPr lang="en-US" altLang="ko-KR" sz="1200" spc="-160" dirty="0">
                <a:solidFill>
                  <a:srgbClr val="404756"/>
                </a:solidFill>
                <a:latin typeface="Cascadia Code SemiLight" panose="020B0609020000020004" pitchFamily="49" charset="0"/>
                <a:ea typeface="프리젠테이션 5 Medium" pitchFamily="2" charset="-127"/>
                <a:cs typeface="Cascadia Code SemiLight" panose="020B0609020000020004" pitchFamily="49" charset="0"/>
              </a:rPr>
              <a:t>[</a:t>
            </a:r>
            <a:r>
              <a:rPr lang="en-US" altLang="ko-KR" sz="1200" spc="-160" dirty="0" err="1">
                <a:solidFill>
                  <a:srgbClr val="404756"/>
                </a:solidFill>
                <a:latin typeface="Cascadia Code SemiLight" panose="020B0609020000020004" pitchFamily="49" charset="0"/>
                <a:ea typeface="프리젠테이션 5 Medium" pitchFamily="2" charset="-127"/>
                <a:cs typeface="Cascadia Code SemiLight" panose="020B0609020000020004" pitchFamily="49" charset="0"/>
              </a:rPr>
              <a:t>dialogue_history</a:t>
            </a:r>
            <a:r>
              <a:rPr lang="en-US" altLang="ko-KR" sz="1200" spc="-160" dirty="0">
                <a:solidFill>
                  <a:srgbClr val="404756"/>
                </a:solidFill>
                <a:latin typeface="Cascadia Code SemiLight" panose="020B0609020000020004" pitchFamily="49" charset="0"/>
                <a:ea typeface="프리젠테이션 5 Medium" pitchFamily="2" charset="-127"/>
                <a:cs typeface="Cascadia Code SemiLight" panose="020B0609020000020004" pitchFamily="49" charset="0"/>
              </a:rPr>
              <a:t>] [</a:t>
            </a:r>
            <a:r>
              <a:rPr lang="en-US" altLang="ko-KR" sz="1200" spc="-160" dirty="0" err="1">
                <a:solidFill>
                  <a:srgbClr val="404756"/>
                </a:solidFill>
                <a:latin typeface="Cascadia Code SemiLight" panose="020B0609020000020004" pitchFamily="49" charset="0"/>
                <a:ea typeface="프리젠테이션 5 Medium" pitchFamily="2" charset="-127"/>
                <a:cs typeface="Cascadia Code SemiLight" panose="020B0609020000020004" pitchFamily="49" charset="0"/>
              </a:rPr>
              <a:t>routing_reason</a:t>
            </a:r>
            <a:r>
              <a:rPr lang="en-US" altLang="ko-KR" sz="1200" spc="-160" dirty="0">
                <a:solidFill>
                  <a:srgbClr val="404756"/>
                </a:solidFill>
                <a:latin typeface="Cascadia Code SemiLight" panose="020B0609020000020004" pitchFamily="49" charset="0"/>
                <a:ea typeface="프리젠테이션 5 Medium" pitchFamily="2" charset="-127"/>
                <a:cs typeface="Cascadia Code SemiLight" panose="020B0609020000020004" pitchFamily="49" charset="0"/>
              </a:rPr>
              <a:t>] [</a:t>
            </a:r>
            <a:r>
              <a:rPr lang="en-US" altLang="ko-KR" sz="1200" spc="-160" dirty="0" err="1">
                <a:solidFill>
                  <a:srgbClr val="404756"/>
                </a:solidFill>
                <a:latin typeface="Cascadia Code SemiLight" panose="020B0609020000020004" pitchFamily="49" charset="0"/>
                <a:ea typeface="프리젠테이션 5 Medium" pitchFamily="2" charset="-127"/>
                <a:cs typeface="Cascadia Code SemiLight" panose="020B0609020000020004" pitchFamily="49" charset="0"/>
              </a:rPr>
              <a:t>space_overview</a:t>
            </a:r>
            <a:r>
              <a:rPr lang="en-US" altLang="ko-KR" sz="1200" spc="-160" dirty="0">
                <a:solidFill>
                  <a:srgbClr val="404756"/>
                </a:solidFill>
                <a:latin typeface="Cascadia Code SemiLight" panose="020B0609020000020004" pitchFamily="49" charset="0"/>
                <a:ea typeface="프리젠테이션 5 Medium" pitchFamily="2" charset="-127"/>
                <a:cs typeface="Cascadia Code SemiLight" panose="020B0609020000020004" pitchFamily="49" charset="0"/>
              </a:rPr>
              <a:t>] [</a:t>
            </a:r>
            <a:r>
              <a:rPr lang="en-US" altLang="ko-KR" sz="1200" spc="-160" dirty="0" err="1">
                <a:solidFill>
                  <a:srgbClr val="404756"/>
                </a:solidFill>
                <a:latin typeface="Cascadia Code SemiLight" panose="020B0609020000020004" pitchFamily="49" charset="0"/>
                <a:ea typeface="프리젠테이션 5 Medium" pitchFamily="2" charset="-127"/>
                <a:cs typeface="Cascadia Code SemiLight" panose="020B0609020000020004" pitchFamily="49" charset="0"/>
              </a:rPr>
              <a:t>tool_history</a:t>
            </a:r>
            <a:r>
              <a:rPr lang="en-US" altLang="ko-KR" sz="1200" spc="-160" dirty="0">
                <a:solidFill>
                  <a:srgbClr val="404756"/>
                </a:solidFill>
                <a:latin typeface="Cascadia Code SemiLight" panose="020B0609020000020004" pitchFamily="49" charset="0"/>
                <a:ea typeface="프리젠테이션 5 Medium" pitchFamily="2" charset="-127"/>
                <a:cs typeface="Cascadia Code SemiLight" panose="020B0609020000020004" pitchFamily="49" charset="0"/>
              </a:rPr>
              <a:t>]</a:t>
            </a:r>
            <a:endParaRPr lang="ko-KR" altLang="en-US" sz="1200" spc="-160" dirty="0">
              <a:solidFill>
                <a:srgbClr val="404756"/>
              </a:solidFill>
              <a:latin typeface="Cascadia Code SemiLight" panose="020B0609020000020004" pitchFamily="49" charset="0"/>
              <a:ea typeface="프리젠테이션 5 Medium" pitchFamily="2" charset="-127"/>
              <a:cs typeface="Cascadia Code SemiLight" panose="020B0609020000020004" pitchFamily="49" charset="0"/>
            </a:endParaRPr>
          </a:p>
        </p:txBody>
      </p:sp>
      <p:sp>
        <p:nvSpPr>
          <p:cNvPr id="266" name="TextBox 265">
            <a:extLst>
              <a:ext uri="{FF2B5EF4-FFF2-40B4-BE49-F238E27FC236}">
                <a16:creationId xmlns:a16="http://schemas.microsoft.com/office/drawing/2014/main" id="{ADB64BB8-7FE6-436E-AFFB-E70384BBB7A9}"/>
              </a:ext>
            </a:extLst>
          </p:cNvPr>
          <p:cNvSpPr txBox="1"/>
          <p:nvPr/>
        </p:nvSpPr>
        <p:spPr>
          <a:xfrm>
            <a:off x="6834619" y="3130315"/>
            <a:ext cx="688875" cy="307777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defTabSz="914313" latinLnBrk="1"/>
            <a:r>
              <a:rPr lang="en-US" altLang="ko-KR" sz="1400" dirty="0">
                <a:solidFill>
                  <a:prstClr val="black"/>
                </a:solidFill>
                <a:latin typeface="프리젠테이션 6 SemiBold" pitchFamily="2" charset="-127"/>
                <a:ea typeface="프리젠테이션 6 SemiBold" pitchFamily="2" charset="-127"/>
              </a:rPr>
              <a:t>Input</a:t>
            </a:r>
            <a:endParaRPr lang="ko-KR" altLang="en-US" sz="1400" dirty="0">
              <a:solidFill>
                <a:prstClr val="black"/>
              </a:solidFill>
              <a:latin typeface="프리젠테이션 6 SemiBold" pitchFamily="2" charset="-127"/>
              <a:ea typeface="프리젠테이션 6 SemiBold" pitchFamily="2" charset="-127"/>
            </a:endParaRPr>
          </a:p>
        </p:txBody>
      </p:sp>
      <p:sp>
        <p:nvSpPr>
          <p:cNvPr id="267" name="TextBox 266">
            <a:extLst>
              <a:ext uri="{FF2B5EF4-FFF2-40B4-BE49-F238E27FC236}">
                <a16:creationId xmlns:a16="http://schemas.microsoft.com/office/drawing/2014/main" id="{ADDFDBA8-B8F5-4A5B-BFA9-2AB71B4475B4}"/>
              </a:ext>
            </a:extLst>
          </p:cNvPr>
          <p:cNvSpPr txBox="1"/>
          <p:nvPr/>
        </p:nvSpPr>
        <p:spPr>
          <a:xfrm>
            <a:off x="6834619" y="4239014"/>
            <a:ext cx="754108" cy="307777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defTabSz="914313" latinLnBrk="1"/>
            <a:r>
              <a:rPr lang="en-US" altLang="ko-KR" sz="1400" dirty="0">
                <a:solidFill>
                  <a:prstClr val="black"/>
                </a:solidFill>
                <a:latin typeface="프리젠테이션 6 SemiBold" pitchFamily="2" charset="-127"/>
                <a:ea typeface="프리젠테이션 6 SemiBold" pitchFamily="2" charset="-127"/>
              </a:rPr>
              <a:t>Output</a:t>
            </a:r>
            <a:endParaRPr lang="ko-KR" altLang="en-US" sz="1400" dirty="0">
              <a:solidFill>
                <a:prstClr val="black"/>
              </a:solidFill>
              <a:latin typeface="프리젠테이션 6 SemiBold" pitchFamily="2" charset="-127"/>
              <a:ea typeface="프리젠테이션 6 SemiBold" pitchFamily="2" charset="-127"/>
            </a:endParaRPr>
          </a:p>
        </p:txBody>
      </p:sp>
      <p:sp>
        <p:nvSpPr>
          <p:cNvPr id="269" name="TextBox 268">
            <a:extLst>
              <a:ext uri="{FF2B5EF4-FFF2-40B4-BE49-F238E27FC236}">
                <a16:creationId xmlns:a16="http://schemas.microsoft.com/office/drawing/2014/main" id="{8FC6DF2D-EF0E-4F73-980C-B5DFB26DD591}"/>
              </a:ext>
            </a:extLst>
          </p:cNvPr>
          <p:cNvSpPr txBox="1"/>
          <p:nvPr/>
        </p:nvSpPr>
        <p:spPr>
          <a:xfrm>
            <a:off x="8771806" y="4936302"/>
            <a:ext cx="1476000" cy="216000"/>
          </a:xfrm>
          <a:prstGeom prst="roundRect">
            <a:avLst/>
          </a:prstGeom>
          <a:solidFill>
            <a:srgbClr val="EDF3F8"/>
          </a:solidFill>
          <a:ln>
            <a:solidFill>
              <a:srgbClr val="0074E0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lIns="0" tIns="0" rIns="0" bIns="0" rtlCol="0" anchor="ctr">
            <a:noAutofit/>
          </a:bodyPr>
          <a:lstStyle/>
          <a:p>
            <a:pPr marL="0" marR="0" lvl="0" indent="0" algn="ctr" defTabSz="914313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200" b="0" i="0" u="none" strike="noStrike" kern="0" cap="none" spc="0" normalizeH="0" baseline="0" noProof="0" dirty="0">
                <a:ln>
                  <a:noFill/>
                </a:ln>
                <a:solidFill>
                  <a:srgbClr val="0074E0"/>
                </a:solidFill>
                <a:effectLst/>
                <a:uLnTx/>
                <a:uFillTx/>
                <a:latin typeface="프리젠테이션 7 Bold" pitchFamily="2" charset="-127"/>
                <a:ea typeface="프리젠테이션 7 Bold" pitchFamily="2" charset="-127"/>
              </a:rPr>
              <a:t>      </a:t>
            </a:r>
            <a:r>
              <a:rPr lang="en-US" altLang="ko-KR" sz="1200" kern="0" dirty="0">
                <a:solidFill>
                  <a:srgbClr val="0074E0"/>
                </a:solidFill>
                <a:latin typeface="프리젠테이션 7 Bold" pitchFamily="2" charset="-127"/>
                <a:ea typeface="프리젠테이션 7 Bold" pitchFamily="2" charset="-127"/>
              </a:rPr>
              <a:t>Flow Orchestrator</a:t>
            </a:r>
            <a:endParaRPr kumimoji="0" lang="ko-KR" altLang="en-US" sz="1200" b="0" i="0" u="none" strike="noStrike" kern="0" cap="none" spc="0" normalizeH="0" baseline="0" noProof="0" dirty="0">
              <a:ln>
                <a:noFill/>
              </a:ln>
              <a:solidFill>
                <a:srgbClr val="0074E0"/>
              </a:solidFill>
              <a:effectLst/>
              <a:uLnTx/>
              <a:uFillTx/>
              <a:latin typeface="프리젠테이션 7 Bold" pitchFamily="2" charset="-127"/>
              <a:ea typeface="프리젠테이션 7 Bold" pitchFamily="2" charset="-127"/>
            </a:endParaRPr>
          </a:p>
        </p:txBody>
      </p:sp>
      <p:sp>
        <p:nvSpPr>
          <p:cNvPr id="272" name="TextBox 271">
            <a:extLst>
              <a:ext uri="{FF2B5EF4-FFF2-40B4-BE49-F238E27FC236}">
                <a16:creationId xmlns:a16="http://schemas.microsoft.com/office/drawing/2014/main" id="{AA40B6E7-7E02-4D41-B54A-9861430E1D19}"/>
              </a:ext>
            </a:extLst>
          </p:cNvPr>
          <p:cNvSpPr txBox="1"/>
          <p:nvPr/>
        </p:nvSpPr>
        <p:spPr>
          <a:xfrm>
            <a:off x="8771806" y="4588912"/>
            <a:ext cx="1080000" cy="216000"/>
          </a:xfrm>
          <a:prstGeom prst="rect">
            <a:avLst/>
          </a:prstGeom>
          <a:solidFill>
            <a:srgbClr val="F4F4F4"/>
          </a:solidFill>
          <a:ln>
            <a:solidFill>
              <a:srgbClr val="404756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lIns="0" tIns="0" rIns="0" bIns="0" rtlCol="0" anchor="ctr">
            <a:noAutofit/>
          </a:bodyPr>
          <a:lstStyle/>
          <a:p>
            <a:pPr marL="0" marR="0" lvl="0" indent="0" algn="ctr" defTabSz="914313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200" b="0" i="0" u="none" strike="noStrike" kern="0" cap="none" spc="0" normalizeH="0" baseline="0" noProof="0" dirty="0">
                <a:ln>
                  <a:noFill/>
                </a:ln>
                <a:solidFill>
                  <a:srgbClr val="091421"/>
                </a:solidFill>
                <a:effectLst/>
                <a:uLnTx/>
                <a:uFillTx/>
                <a:latin typeface="프리젠테이션 7 Bold" pitchFamily="2" charset="-127"/>
                <a:ea typeface="프리젠테이션 7 Bold" pitchFamily="2" charset="-127"/>
              </a:rPr>
              <a:t>      </a:t>
            </a:r>
            <a:r>
              <a:rPr lang="en-US" altLang="ko-KR" sz="1200" kern="0" dirty="0">
                <a:solidFill>
                  <a:srgbClr val="091421"/>
                </a:solidFill>
                <a:latin typeface="프리젠테이션 7 Bold" pitchFamily="2" charset="-127"/>
                <a:ea typeface="프리젠테이션 7 Bold" pitchFamily="2" charset="-127"/>
              </a:rPr>
              <a:t>Scene</a:t>
            </a:r>
            <a:r>
              <a:rPr lang="ko-KR" altLang="en-US" sz="1200" kern="0" dirty="0">
                <a:solidFill>
                  <a:srgbClr val="091421"/>
                </a:solidFill>
                <a:latin typeface="프리젠테이션 7 Bold" pitchFamily="2" charset="-127"/>
                <a:ea typeface="프리젠테이션 7 Bold" pitchFamily="2" charset="-127"/>
              </a:rPr>
              <a:t> </a:t>
            </a:r>
            <a:r>
              <a:rPr lang="en-US" altLang="ko-KR" sz="1200" kern="0" dirty="0">
                <a:solidFill>
                  <a:srgbClr val="091421"/>
                </a:solidFill>
                <a:latin typeface="프리젠테이션 7 Bold" pitchFamily="2" charset="-127"/>
                <a:ea typeface="프리젠테이션 7 Bold" pitchFamily="2" charset="-127"/>
              </a:rPr>
              <a:t>query</a:t>
            </a:r>
            <a:endParaRPr kumimoji="0" lang="ko-KR" altLang="en-US" sz="1200" b="0" i="0" u="none" strike="noStrike" kern="0" cap="none" spc="0" normalizeH="0" baseline="0" noProof="0" dirty="0">
              <a:ln>
                <a:noFill/>
              </a:ln>
              <a:solidFill>
                <a:srgbClr val="091421"/>
              </a:solidFill>
              <a:effectLst/>
              <a:uLnTx/>
              <a:uFillTx/>
              <a:latin typeface="프리젠테이션 7 Bold" pitchFamily="2" charset="-127"/>
              <a:ea typeface="프리젠테이션 7 Bold" pitchFamily="2" charset="-127"/>
            </a:endParaRPr>
          </a:p>
        </p:txBody>
      </p:sp>
      <p:sp>
        <p:nvSpPr>
          <p:cNvPr id="259" name="TextBox 258">
            <a:extLst>
              <a:ext uri="{FF2B5EF4-FFF2-40B4-BE49-F238E27FC236}">
                <a16:creationId xmlns:a16="http://schemas.microsoft.com/office/drawing/2014/main" id="{93B4E5FD-99A0-49B1-95DE-BE0305D153FC}"/>
              </a:ext>
            </a:extLst>
          </p:cNvPr>
          <p:cNvSpPr txBox="1"/>
          <p:nvPr/>
        </p:nvSpPr>
        <p:spPr>
          <a:xfrm>
            <a:off x="7752593" y="2783989"/>
            <a:ext cx="1609794" cy="338554"/>
          </a:xfrm>
          <a:prstGeom prst="rect">
            <a:avLst/>
          </a:prstGeom>
          <a:noFill/>
        </p:spPr>
        <p:txBody>
          <a:bodyPr wrap="square" lIns="0" rIns="0" rtlCol="0" anchor="ctr">
            <a:spAutoFit/>
          </a:bodyPr>
          <a:lstStyle/>
          <a:p>
            <a:pPr algn="ctr" defTabSz="914313" latinLnBrk="1"/>
            <a:r>
              <a:rPr lang="en-US" altLang="ko-KR" sz="1600" dirty="0">
                <a:solidFill>
                  <a:srgbClr val="25B189"/>
                </a:solidFill>
                <a:latin typeface="프리젠테이션 7 Bold" pitchFamily="2" charset="-127"/>
                <a:ea typeface="프리젠테이션 7 Bold" pitchFamily="2" charset="-127"/>
              </a:rPr>
              <a:t>      Scene Explorer</a:t>
            </a:r>
            <a:endParaRPr lang="ko-KR" altLang="en-US" sz="1600" dirty="0">
              <a:solidFill>
                <a:srgbClr val="25B189"/>
              </a:solidFill>
              <a:latin typeface="프리젠테이션 7 Bold" pitchFamily="2" charset="-127"/>
              <a:ea typeface="프리젠테이션 7 Bold" pitchFamily="2" charset="-127"/>
            </a:endParaRPr>
          </a:p>
        </p:txBody>
      </p:sp>
      <p:sp>
        <p:nvSpPr>
          <p:cNvPr id="195" name="TextBox 194">
            <a:extLst>
              <a:ext uri="{FF2B5EF4-FFF2-40B4-BE49-F238E27FC236}">
                <a16:creationId xmlns:a16="http://schemas.microsoft.com/office/drawing/2014/main" id="{B2645475-9977-4EEC-9F40-D28E5CDBBA2A}"/>
              </a:ext>
            </a:extLst>
          </p:cNvPr>
          <p:cNvSpPr txBox="1"/>
          <p:nvPr/>
        </p:nvSpPr>
        <p:spPr>
          <a:xfrm>
            <a:off x="3172030" y="2783989"/>
            <a:ext cx="3348000" cy="2556000"/>
          </a:xfrm>
          <a:prstGeom prst="roundRect">
            <a:avLst>
              <a:gd name="adj" fmla="val 4749"/>
            </a:avLst>
          </a:prstGeom>
          <a:solidFill>
            <a:srgbClr val="EDF3F8"/>
          </a:solidFill>
          <a:ln w="19050">
            <a:solidFill>
              <a:srgbClr val="0074E0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noAutofit/>
          </a:bodyPr>
          <a:lstStyle/>
          <a:p>
            <a:pPr marL="0" marR="0" lvl="0" indent="0" defTabSz="914313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2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프리젠테이션 5 Medium" pitchFamily="2" charset="-127"/>
              <a:ea typeface="프리젠테이션 5 Medium" pitchFamily="2" charset="-127"/>
            </a:endParaRPr>
          </a:p>
        </p:txBody>
      </p:sp>
      <p:sp>
        <p:nvSpPr>
          <p:cNvPr id="148" name="TextBox 147">
            <a:extLst>
              <a:ext uri="{FF2B5EF4-FFF2-40B4-BE49-F238E27FC236}">
                <a16:creationId xmlns:a16="http://schemas.microsoft.com/office/drawing/2014/main" id="{0E635ADB-3AEC-44C1-887D-C451B6D54C42}"/>
              </a:ext>
            </a:extLst>
          </p:cNvPr>
          <p:cNvSpPr txBox="1"/>
          <p:nvPr/>
        </p:nvSpPr>
        <p:spPr>
          <a:xfrm>
            <a:off x="3262812" y="4239014"/>
            <a:ext cx="3168000" cy="1008000"/>
          </a:xfrm>
          <a:prstGeom prst="roundRect">
            <a:avLst>
              <a:gd name="adj" fmla="val 7868"/>
            </a:avLst>
          </a:prstGeom>
          <a:solidFill>
            <a:schemeClr val="bg1"/>
          </a:solidFill>
          <a:ln w="12700">
            <a:solidFill>
              <a:srgbClr val="404756"/>
            </a:solidFill>
            <a:prstDash val="lgDash"/>
          </a:ln>
        </p:spPr>
        <p:txBody>
          <a:bodyPr wrap="square" lIns="72000" tIns="36000" rIns="72000" bIns="36000" rtlCol="0" anchor="t">
            <a:noAutofit/>
          </a:bodyPr>
          <a:lstStyle/>
          <a:p>
            <a:pPr marL="0" marR="0" lvl="0" indent="0" defTabSz="914313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2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프리젠테이션 5 Medium" pitchFamily="2" charset="-127"/>
              <a:ea typeface="프리젠테이션 5 Medium" pitchFamily="2" charset="-127"/>
            </a:endParaRPr>
          </a:p>
        </p:txBody>
      </p:sp>
      <p:sp>
        <p:nvSpPr>
          <p:cNvPr id="147" name="TextBox 146">
            <a:extLst>
              <a:ext uri="{FF2B5EF4-FFF2-40B4-BE49-F238E27FC236}">
                <a16:creationId xmlns:a16="http://schemas.microsoft.com/office/drawing/2014/main" id="{FF2420E6-913C-4071-90B7-8F1DDBE9BCB8}"/>
              </a:ext>
            </a:extLst>
          </p:cNvPr>
          <p:cNvSpPr txBox="1"/>
          <p:nvPr/>
        </p:nvSpPr>
        <p:spPr>
          <a:xfrm>
            <a:off x="3262812" y="3130315"/>
            <a:ext cx="3168000" cy="1008000"/>
          </a:xfrm>
          <a:prstGeom prst="roundRect">
            <a:avLst>
              <a:gd name="adj" fmla="val 7868"/>
            </a:avLst>
          </a:prstGeom>
          <a:solidFill>
            <a:schemeClr val="bg1"/>
          </a:solidFill>
          <a:ln w="12700">
            <a:solidFill>
              <a:srgbClr val="404756"/>
            </a:solidFill>
            <a:prstDash val="lgDash"/>
          </a:ln>
        </p:spPr>
        <p:txBody>
          <a:bodyPr wrap="square" lIns="72000" tIns="36000" rIns="72000" bIns="36000" rtlCol="0" anchor="t">
            <a:noAutofit/>
          </a:bodyPr>
          <a:lstStyle/>
          <a:p>
            <a:pPr marL="0" marR="0" lvl="0" indent="0" defTabSz="914313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2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프리젠테이션 5 Medium" pitchFamily="2" charset="-127"/>
              <a:ea typeface="프리젠테이션 5 Medium" pitchFamily="2" charset="-127"/>
            </a:endParaRPr>
          </a:p>
        </p:txBody>
      </p:sp>
      <p:sp>
        <p:nvSpPr>
          <p:cNvPr id="275" name="TextBox 274">
            <a:extLst>
              <a:ext uri="{FF2B5EF4-FFF2-40B4-BE49-F238E27FC236}">
                <a16:creationId xmlns:a16="http://schemas.microsoft.com/office/drawing/2014/main" id="{0B36A025-F993-4609-8C34-8866B1992F8A}"/>
              </a:ext>
            </a:extLst>
          </p:cNvPr>
          <p:cNvSpPr txBox="1"/>
          <p:nvPr/>
        </p:nvSpPr>
        <p:spPr>
          <a:xfrm>
            <a:off x="3573387" y="3884511"/>
            <a:ext cx="2844000" cy="18466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>
            <a:spAutoFit/>
          </a:bodyPr>
          <a:lstStyle/>
          <a:p>
            <a:pPr defTabSz="914313" latinLnBrk="1"/>
            <a:r>
              <a:rPr lang="en-US" altLang="ko-KR" sz="1200" dirty="0">
                <a:solidFill>
                  <a:prstClr val="black"/>
                </a:solidFill>
                <a:latin typeface="프리젠테이션 5 Medium" pitchFamily="2" charset="-127"/>
                <a:ea typeface="프리젠테이션 5 Medium" pitchFamily="2" charset="-127"/>
              </a:rPr>
              <a:t> Interpret intent and route workflow</a:t>
            </a:r>
            <a:endParaRPr lang="ko-KR" altLang="en-US" sz="1200" dirty="0">
              <a:solidFill>
                <a:prstClr val="black"/>
              </a:solidFill>
              <a:latin typeface="프리젠테이션 5 Medium" pitchFamily="2" charset="-127"/>
              <a:ea typeface="프리젠테이션 5 Medium" pitchFamily="2" charset="-127"/>
            </a:endParaRPr>
          </a:p>
        </p:txBody>
      </p:sp>
      <p:sp>
        <p:nvSpPr>
          <p:cNvPr id="196" name="TextBox 195">
            <a:extLst>
              <a:ext uri="{FF2B5EF4-FFF2-40B4-BE49-F238E27FC236}">
                <a16:creationId xmlns:a16="http://schemas.microsoft.com/office/drawing/2014/main" id="{0527C1C8-17EF-4F46-90D6-1372A1A0DCC1}"/>
              </a:ext>
            </a:extLst>
          </p:cNvPr>
          <p:cNvSpPr txBox="1"/>
          <p:nvPr/>
        </p:nvSpPr>
        <p:spPr>
          <a:xfrm>
            <a:off x="3820812" y="2783989"/>
            <a:ext cx="2016000" cy="338554"/>
          </a:xfrm>
          <a:prstGeom prst="rect">
            <a:avLst/>
          </a:prstGeom>
          <a:noFill/>
        </p:spPr>
        <p:txBody>
          <a:bodyPr wrap="square" lIns="0" rIns="0" rtlCol="0" anchor="ctr">
            <a:spAutoFit/>
          </a:bodyPr>
          <a:lstStyle/>
          <a:p>
            <a:pPr algn="ctr" defTabSz="914313" latinLnBrk="1"/>
            <a:r>
              <a:rPr lang="en-US" altLang="ko-KR" sz="1600" dirty="0">
                <a:solidFill>
                  <a:srgbClr val="0074E0"/>
                </a:solidFill>
                <a:latin typeface="프리젠테이션 7 Bold" pitchFamily="2" charset="-127"/>
                <a:ea typeface="프리젠테이션 7 Bold" pitchFamily="2" charset="-127"/>
              </a:rPr>
              <a:t>      Flow Orchestrator</a:t>
            </a:r>
            <a:endParaRPr lang="ko-KR" altLang="en-US" sz="1600" dirty="0">
              <a:solidFill>
                <a:srgbClr val="0074E0"/>
              </a:solidFill>
              <a:latin typeface="프리젠테이션 7 Bold" pitchFamily="2" charset="-127"/>
              <a:ea typeface="프리젠테이션 7 Bold" pitchFamily="2" charset="-127"/>
            </a:endParaRPr>
          </a:p>
        </p:txBody>
      </p:sp>
      <p:sp>
        <p:nvSpPr>
          <p:cNvPr id="295" name="TextBox 294">
            <a:extLst>
              <a:ext uri="{FF2B5EF4-FFF2-40B4-BE49-F238E27FC236}">
                <a16:creationId xmlns:a16="http://schemas.microsoft.com/office/drawing/2014/main" id="{0DDAC51C-CE99-4815-A725-416462B2169F}"/>
              </a:ext>
            </a:extLst>
          </p:cNvPr>
          <p:cNvSpPr txBox="1"/>
          <p:nvPr/>
        </p:nvSpPr>
        <p:spPr>
          <a:xfrm>
            <a:off x="3573387" y="4602265"/>
            <a:ext cx="1220741" cy="55399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>
            <a:spAutoFit/>
          </a:bodyPr>
          <a:lstStyle/>
          <a:p>
            <a:pPr defTabSz="914313" latinLnBrk="1"/>
            <a:r>
              <a:rPr lang="en-US" altLang="ko-KR" sz="1200" spc="-160" dirty="0">
                <a:solidFill>
                  <a:srgbClr val="404756"/>
                </a:solidFill>
                <a:latin typeface="Cascadia Code SemiLight" panose="020B0609020000020004" pitchFamily="49" charset="0"/>
                <a:ea typeface="프리젠테이션 5 Medium" pitchFamily="2" charset="-127"/>
                <a:cs typeface="Cascadia Code SemiLight" panose="020B0609020000020004" pitchFamily="49" charset="0"/>
              </a:rPr>
              <a:t>[</a:t>
            </a:r>
            <a:r>
              <a:rPr lang="en-US" altLang="ko-KR" sz="1200" spc="-160" dirty="0" err="1">
                <a:solidFill>
                  <a:srgbClr val="404756"/>
                </a:solidFill>
                <a:latin typeface="Cascadia Code SemiLight" panose="020B0609020000020004" pitchFamily="49" charset="0"/>
                <a:ea typeface="프리젠테이션 5 Medium" pitchFamily="2" charset="-127"/>
                <a:cs typeface="Cascadia Code SemiLight" panose="020B0609020000020004" pitchFamily="49" charset="0"/>
              </a:rPr>
              <a:t>routing_reason</a:t>
            </a:r>
            <a:r>
              <a:rPr lang="en-US" altLang="ko-KR" sz="1200" spc="-160" dirty="0">
                <a:solidFill>
                  <a:srgbClr val="404756"/>
                </a:solidFill>
                <a:latin typeface="Cascadia Code SemiLight" panose="020B0609020000020004" pitchFamily="49" charset="0"/>
                <a:ea typeface="프리젠테이션 5 Medium" pitchFamily="2" charset="-127"/>
                <a:cs typeface="Cascadia Code SemiLight" panose="020B0609020000020004" pitchFamily="49" charset="0"/>
              </a:rPr>
              <a:t>]</a:t>
            </a:r>
          </a:p>
          <a:p>
            <a:pPr defTabSz="914313" latinLnBrk="1"/>
            <a:r>
              <a:rPr lang="en-US" altLang="ko-KR" sz="1200" spc="-160" dirty="0">
                <a:solidFill>
                  <a:srgbClr val="404756"/>
                </a:solidFill>
                <a:latin typeface="Cascadia Code SemiLight" panose="020B0609020000020004" pitchFamily="49" charset="0"/>
                <a:ea typeface="프리젠테이션 5 Medium" pitchFamily="2" charset="-127"/>
                <a:cs typeface="Cascadia Code SemiLight" panose="020B0609020000020004" pitchFamily="49" charset="0"/>
              </a:rPr>
              <a:t>[</a:t>
            </a:r>
            <a:r>
              <a:rPr lang="en-US" altLang="ko-KR" sz="1200" spc="-160" dirty="0" err="1">
                <a:solidFill>
                  <a:srgbClr val="404756"/>
                </a:solidFill>
                <a:latin typeface="Cascadia Code SemiLight" panose="020B0609020000020004" pitchFamily="49" charset="0"/>
                <a:ea typeface="프리젠테이션 5 Medium" pitchFamily="2" charset="-127"/>
                <a:cs typeface="Cascadia Code SemiLight" panose="020B0609020000020004" pitchFamily="49" charset="0"/>
              </a:rPr>
              <a:t>dialogue_history</a:t>
            </a:r>
            <a:r>
              <a:rPr lang="en-US" altLang="ko-KR" sz="1200" spc="-160" dirty="0">
                <a:solidFill>
                  <a:srgbClr val="404756"/>
                </a:solidFill>
                <a:latin typeface="Cascadia Code SemiLight" panose="020B0609020000020004" pitchFamily="49" charset="0"/>
                <a:ea typeface="프리젠테이션 5 Medium" pitchFamily="2" charset="-127"/>
                <a:cs typeface="Cascadia Code SemiLight" panose="020B0609020000020004" pitchFamily="49" charset="0"/>
              </a:rPr>
              <a:t>]</a:t>
            </a:r>
          </a:p>
          <a:p>
            <a:pPr defTabSz="914313" latinLnBrk="1"/>
            <a:r>
              <a:rPr lang="en-US" altLang="ko-KR" sz="1200" spc="-160" dirty="0">
                <a:solidFill>
                  <a:srgbClr val="404756"/>
                </a:solidFill>
                <a:latin typeface="Cascadia Code SemiLight" panose="020B0609020000020004" pitchFamily="49" charset="0"/>
                <a:ea typeface="프리젠테이션 5 Medium" pitchFamily="2" charset="-127"/>
                <a:cs typeface="Cascadia Code SemiLight" panose="020B0609020000020004" pitchFamily="49" charset="0"/>
              </a:rPr>
              <a:t>[</a:t>
            </a:r>
            <a:r>
              <a:rPr lang="en-US" altLang="ko-KR" sz="1200" spc="-160" dirty="0" err="1">
                <a:solidFill>
                  <a:srgbClr val="404756"/>
                </a:solidFill>
                <a:latin typeface="Cascadia Code SemiLight" panose="020B0609020000020004" pitchFamily="49" charset="0"/>
                <a:ea typeface="프리젠테이션 5 Medium" pitchFamily="2" charset="-127"/>
                <a:cs typeface="Cascadia Code SemiLight" panose="020B0609020000020004" pitchFamily="49" charset="0"/>
              </a:rPr>
              <a:t>agent_reports</a:t>
            </a:r>
            <a:r>
              <a:rPr lang="en-US" altLang="ko-KR" sz="1200" spc="-160" dirty="0">
                <a:solidFill>
                  <a:srgbClr val="404756"/>
                </a:solidFill>
                <a:latin typeface="Cascadia Code SemiLight" panose="020B0609020000020004" pitchFamily="49" charset="0"/>
                <a:ea typeface="프리젠테이션 5 Medium" pitchFamily="2" charset="-127"/>
                <a:cs typeface="Cascadia Code SemiLight" panose="020B0609020000020004" pitchFamily="49" charset="0"/>
              </a:rPr>
              <a:t>]</a:t>
            </a:r>
          </a:p>
        </p:txBody>
      </p:sp>
      <p:sp>
        <p:nvSpPr>
          <p:cNvPr id="297" name="TextBox 296">
            <a:extLst>
              <a:ext uri="{FF2B5EF4-FFF2-40B4-BE49-F238E27FC236}">
                <a16:creationId xmlns:a16="http://schemas.microsoft.com/office/drawing/2014/main" id="{F5CF4002-4A24-4E93-9ED8-4F1B6C09D36A}"/>
              </a:ext>
            </a:extLst>
          </p:cNvPr>
          <p:cNvSpPr txBox="1"/>
          <p:nvPr/>
        </p:nvSpPr>
        <p:spPr>
          <a:xfrm>
            <a:off x="3573387" y="3453117"/>
            <a:ext cx="2844000" cy="3693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>
            <a:spAutoFit/>
          </a:bodyPr>
          <a:lstStyle/>
          <a:p>
            <a:pPr defTabSz="914313" latinLnBrk="1"/>
            <a:r>
              <a:rPr lang="en-US" altLang="ko-KR" sz="1200" spc="-160" dirty="0">
                <a:solidFill>
                  <a:srgbClr val="404756"/>
                </a:solidFill>
                <a:latin typeface="Cascadia Code SemiLight" panose="020B0609020000020004" pitchFamily="49" charset="0"/>
                <a:ea typeface="프리젠테이션 5 Medium" pitchFamily="2" charset="-127"/>
                <a:cs typeface="Cascadia Code SemiLight" panose="020B0609020000020004" pitchFamily="49" charset="0"/>
              </a:rPr>
              <a:t>[</a:t>
            </a:r>
            <a:r>
              <a:rPr lang="en-US" altLang="ko-KR" sz="1200" spc="-160" dirty="0" err="1">
                <a:solidFill>
                  <a:srgbClr val="404756"/>
                </a:solidFill>
                <a:latin typeface="Cascadia Code SemiLight" panose="020B0609020000020004" pitchFamily="49" charset="0"/>
                <a:ea typeface="프리젠테이션 5 Medium" pitchFamily="2" charset="-127"/>
                <a:cs typeface="Cascadia Code SemiLight" panose="020B0609020000020004" pitchFamily="49" charset="0"/>
              </a:rPr>
              <a:t>agent_reports</a:t>
            </a:r>
            <a:r>
              <a:rPr lang="en-US" altLang="ko-KR" sz="1200" spc="-160" dirty="0">
                <a:solidFill>
                  <a:srgbClr val="404756"/>
                </a:solidFill>
                <a:latin typeface="Cascadia Code SemiLight" panose="020B0609020000020004" pitchFamily="49" charset="0"/>
                <a:ea typeface="프리젠테이션 5 Medium" pitchFamily="2" charset="-127"/>
                <a:cs typeface="Cascadia Code SemiLight" panose="020B0609020000020004" pitchFamily="49" charset="0"/>
              </a:rPr>
              <a:t>] [</a:t>
            </a:r>
            <a:r>
              <a:rPr lang="en-US" altLang="ko-KR" sz="1200" spc="-160" dirty="0" err="1">
                <a:solidFill>
                  <a:srgbClr val="404756"/>
                </a:solidFill>
                <a:latin typeface="Cascadia Code SemiLight" panose="020B0609020000020004" pitchFamily="49" charset="0"/>
                <a:ea typeface="프리젠테이션 5 Medium" pitchFamily="2" charset="-127"/>
                <a:cs typeface="Cascadia Code SemiLight" panose="020B0609020000020004" pitchFamily="49" charset="0"/>
              </a:rPr>
              <a:t>dialogue_history</a:t>
            </a:r>
            <a:r>
              <a:rPr lang="en-US" altLang="ko-KR" sz="1200" spc="-160" dirty="0">
                <a:solidFill>
                  <a:srgbClr val="404756"/>
                </a:solidFill>
                <a:latin typeface="Cascadia Code SemiLight" panose="020B0609020000020004" pitchFamily="49" charset="0"/>
                <a:ea typeface="프리젠테이션 5 Medium" pitchFamily="2" charset="-127"/>
                <a:cs typeface="Cascadia Code SemiLight" panose="020B0609020000020004" pitchFamily="49" charset="0"/>
              </a:rPr>
              <a:t>] [</a:t>
            </a:r>
            <a:r>
              <a:rPr lang="en-US" altLang="ko-KR" sz="1200" spc="-160" dirty="0" err="1">
                <a:solidFill>
                  <a:srgbClr val="404756"/>
                </a:solidFill>
                <a:latin typeface="Cascadia Code SemiLight" panose="020B0609020000020004" pitchFamily="49" charset="0"/>
                <a:ea typeface="프리젠테이션 5 Medium" pitchFamily="2" charset="-127"/>
                <a:cs typeface="Cascadia Code SemiLight" panose="020B0609020000020004" pitchFamily="49" charset="0"/>
              </a:rPr>
              <a:t>discovered_objects</a:t>
            </a:r>
            <a:r>
              <a:rPr lang="en-US" altLang="ko-KR" sz="1200" spc="-160" dirty="0">
                <a:solidFill>
                  <a:srgbClr val="404756"/>
                </a:solidFill>
                <a:latin typeface="Cascadia Code SemiLight" panose="020B0609020000020004" pitchFamily="49" charset="0"/>
                <a:ea typeface="프리젠테이션 5 Medium" pitchFamily="2" charset="-127"/>
                <a:cs typeface="Cascadia Code SemiLight" panose="020B0609020000020004" pitchFamily="49" charset="0"/>
              </a:rPr>
              <a:t>]</a:t>
            </a:r>
            <a:endParaRPr lang="ko-KR" altLang="en-US" sz="1200" spc="-160" dirty="0">
              <a:solidFill>
                <a:srgbClr val="404756"/>
              </a:solidFill>
              <a:latin typeface="Cascadia Code SemiLight" panose="020B0609020000020004" pitchFamily="49" charset="0"/>
              <a:ea typeface="프리젠테이션 5 Medium" pitchFamily="2" charset="-127"/>
              <a:cs typeface="Cascadia Code SemiLight" panose="020B0609020000020004" pitchFamily="49" charset="0"/>
            </a:endParaRPr>
          </a:p>
        </p:txBody>
      </p:sp>
      <p:sp>
        <p:nvSpPr>
          <p:cNvPr id="301" name="TextBox 300">
            <a:extLst>
              <a:ext uri="{FF2B5EF4-FFF2-40B4-BE49-F238E27FC236}">
                <a16:creationId xmlns:a16="http://schemas.microsoft.com/office/drawing/2014/main" id="{52E8782A-5EFC-4C3B-8387-03F1635320FA}"/>
              </a:ext>
            </a:extLst>
          </p:cNvPr>
          <p:cNvSpPr txBox="1"/>
          <p:nvPr/>
        </p:nvSpPr>
        <p:spPr>
          <a:xfrm>
            <a:off x="3257186" y="3130315"/>
            <a:ext cx="688875" cy="307777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defTabSz="914313" latinLnBrk="1"/>
            <a:r>
              <a:rPr lang="en-US" altLang="ko-KR" sz="1400" dirty="0">
                <a:solidFill>
                  <a:prstClr val="black"/>
                </a:solidFill>
                <a:latin typeface="프리젠테이션 6 SemiBold" pitchFamily="2" charset="-127"/>
                <a:ea typeface="프리젠테이션 6 SemiBold" pitchFamily="2" charset="-127"/>
              </a:rPr>
              <a:t>Input</a:t>
            </a:r>
            <a:endParaRPr lang="ko-KR" altLang="en-US" sz="1400" dirty="0">
              <a:solidFill>
                <a:prstClr val="black"/>
              </a:solidFill>
              <a:latin typeface="프리젠테이션 6 SemiBold" pitchFamily="2" charset="-127"/>
              <a:ea typeface="프리젠테이션 6 SemiBold" pitchFamily="2" charset="-127"/>
            </a:endParaRPr>
          </a:p>
        </p:txBody>
      </p:sp>
      <p:sp>
        <p:nvSpPr>
          <p:cNvPr id="302" name="TextBox 301">
            <a:extLst>
              <a:ext uri="{FF2B5EF4-FFF2-40B4-BE49-F238E27FC236}">
                <a16:creationId xmlns:a16="http://schemas.microsoft.com/office/drawing/2014/main" id="{11013A04-9F55-4ABA-875A-8F54A807C088}"/>
              </a:ext>
            </a:extLst>
          </p:cNvPr>
          <p:cNvSpPr txBox="1"/>
          <p:nvPr/>
        </p:nvSpPr>
        <p:spPr>
          <a:xfrm>
            <a:off x="3257186" y="4239014"/>
            <a:ext cx="754108" cy="307777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defTabSz="914313" latinLnBrk="1"/>
            <a:r>
              <a:rPr lang="en-US" altLang="ko-KR" sz="1400" dirty="0">
                <a:solidFill>
                  <a:prstClr val="black"/>
                </a:solidFill>
                <a:latin typeface="프리젠테이션 6 SemiBold" pitchFamily="2" charset="-127"/>
                <a:ea typeface="프리젠테이션 6 SemiBold" pitchFamily="2" charset="-127"/>
              </a:rPr>
              <a:t>Output</a:t>
            </a:r>
            <a:endParaRPr lang="ko-KR" altLang="en-US" sz="1400" dirty="0">
              <a:solidFill>
                <a:prstClr val="black"/>
              </a:solidFill>
              <a:latin typeface="프리젠테이션 6 SemiBold" pitchFamily="2" charset="-127"/>
              <a:ea typeface="프리젠테이션 6 SemiBold" pitchFamily="2" charset="-127"/>
            </a:endParaRPr>
          </a:p>
        </p:txBody>
      </p:sp>
      <p:sp>
        <p:nvSpPr>
          <p:cNvPr id="204" name="TextBox 203">
            <a:extLst>
              <a:ext uri="{FF2B5EF4-FFF2-40B4-BE49-F238E27FC236}">
                <a16:creationId xmlns:a16="http://schemas.microsoft.com/office/drawing/2014/main" id="{427CAFFD-5788-4EDD-934A-E986CDFF83A4}"/>
              </a:ext>
            </a:extLst>
          </p:cNvPr>
          <p:cNvSpPr txBox="1"/>
          <p:nvPr/>
        </p:nvSpPr>
        <p:spPr>
          <a:xfrm>
            <a:off x="5052271" y="4352959"/>
            <a:ext cx="612000" cy="2160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lIns="0" tIns="0" rIns="0" bIns="0" rtlCol="0" anchor="ctr">
            <a:noAutofit/>
          </a:bodyPr>
          <a:lstStyle/>
          <a:p>
            <a:pPr marL="0" marR="0" lvl="0" indent="0" algn="ctr" defTabSz="914313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200" b="0" i="0" u="none" strike="noStrike" kern="0" cap="none" spc="0" normalizeH="0" baseline="0" noProof="0" dirty="0">
                <a:ln>
                  <a:noFill/>
                </a:ln>
                <a:solidFill>
                  <a:srgbClr val="091421"/>
                </a:solidFill>
                <a:effectLst/>
                <a:uLnTx/>
                <a:uFillTx/>
                <a:latin typeface="프리젠테이션 7 Bold" pitchFamily="2" charset="-127"/>
                <a:ea typeface="프리젠테이션 7 Bold" pitchFamily="2" charset="-127"/>
              </a:rPr>
              <a:t>     USER</a:t>
            </a:r>
            <a:endParaRPr kumimoji="0" lang="ko-KR" altLang="en-US" sz="1200" b="0" i="0" u="none" strike="noStrike" kern="0" cap="none" spc="0" normalizeH="0" baseline="0" noProof="0" dirty="0">
              <a:ln>
                <a:noFill/>
              </a:ln>
              <a:solidFill>
                <a:srgbClr val="091421"/>
              </a:solidFill>
              <a:effectLst/>
              <a:uLnTx/>
              <a:uFillTx/>
              <a:latin typeface="프리젠테이션 7 Bold" pitchFamily="2" charset="-127"/>
              <a:ea typeface="프리젠테이션 7 Bold" pitchFamily="2" charset="-127"/>
            </a:endParaRPr>
          </a:p>
        </p:txBody>
      </p:sp>
      <p:sp>
        <p:nvSpPr>
          <p:cNvPr id="221" name="TextBox 220">
            <a:extLst>
              <a:ext uri="{FF2B5EF4-FFF2-40B4-BE49-F238E27FC236}">
                <a16:creationId xmlns:a16="http://schemas.microsoft.com/office/drawing/2014/main" id="{6393B229-0D3B-431E-A1BC-F853318CDF9D}"/>
              </a:ext>
            </a:extLst>
          </p:cNvPr>
          <p:cNvSpPr txBox="1"/>
          <p:nvPr/>
        </p:nvSpPr>
        <p:spPr>
          <a:xfrm>
            <a:off x="5052271" y="4658224"/>
            <a:ext cx="1260000" cy="216000"/>
          </a:xfrm>
          <a:prstGeom prst="roundRect">
            <a:avLst/>
          </a:prstGeom>
          <a:solidFill>
            <a:srgbClr val="EFF6F4"/>
          </a:solidFill>
          <a:ln>
            <a:solidFill>
              <a:srgbClr val="25B189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lIns="0" tIns="0" rIns="0" bIns="0" rtlCol="0" anchor="ctr">
            <a:noAutofit/>
          </a:bodyPr>
          <a:lstStyle/>
          <a:p>
            <a:pPr marL="0" marR="0" lvl="0" indent="0" algn="ctr" defTabSz="914313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200" b="0" i="0" u="none" strike="noStrike" kern="0" cap="none" spc="0" normalizeH="0" baseline="0" noProof="0" dirty="0">
                <a:ln>
                  <a:noFill/>
                </a:ln>
                <a:solidFill>
                  <a:srgbClr val="25B189"/>
                </a:solidFill>
                <a:effectLst/>
                <a:uLnTx/>
                <a:uFillTx/>
                <a:latin typeface="프리젠테이션 7 Bold" pitchFamily="2" charset="-127"/>
                <a:ea typeface="프리젠테이션 7 Bold" pitchFamily="2" charset="-127"/>
              </a:rPr>
              <a:t>      Scene Explorer</a:t>
            </a:r>
            <a:endParaRPr kumimoji="0" lang="ko-KR" altLang="en-US" sz="1200" b="0" i="0" u="none" strike="noStrike" kern="0" cap="none" spc="0" normalizeH="0" baseline="0" noProof="0" dirty="0">
              <a:ln>
                <a:noFill/>
              </a:ln>
              <a:solidFill>
                <a:srgbClr val="25B189"/>
              </a:solidFill>
              <a:effectLst/>
              <a:uLnTx/>
              <a:uFillTx/>
              <a:latin typeface="프리젠테이션 7 Bold" pitchFamily="2" charset="-127"/>
              <a:ea typeface="프리젠테이션 7 Bold" pitchFamily="2" charset="-127"/>
            </a:endParaRPr>
          </a:p>
        </p:txBody>
      </p:sp>
      <p:sp>
        <p:nvSpPr>
          <p:cNvPr id="197" name="TextBox 196">
            <a:extLst>
              <a:ext uri="{FF2B5EF4-FFF2-40B4-BE49-F238E27FC236}">
                <a16:creationId xmlns:a16="http://schemas.microsoft.com/office/drawing/2014/main" id="{1E28C40D-C96C-4745-9F5F-0181FE17BB72}"/>
              </a:ext>
            </a:extLst>
          </p:cNvPr>
          <p:cNvSpPr txBox="1"/>
          <p:nvPr/>
        </p:nvSpPr>
        <p:spPr>
          <a:xfrm>
            <a:off x="5052271" y="4963489"/>
            <a:ext cx="1332000" cy="216000"/>
          </a:xfrm>
          <a:prstGeom prst="roundRect">
            <a:avLst/>
          </a:prstGeom>
          <a:solidFill>
            <a:srgbClr val="FEECEE"/>
          </a:solidFill>
          <a:ln>
            <a:solidFill>
              <a:srgbClr val="F24158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lIns="0" tIns="0" rIns="0" bIns="0" rtlCol="0" anchor="ctr">
            <a:noAutofit/>
          </a:bodyPr>
          <a:lstStyle/>
          <a:p>
            <a:pPr marL="0" marR="0" lvl="0" indent="0" algn="ctr" defTabSz="914313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200" b="0" i="0" u="none" strike="noStrike" kern="0" cap="none" spc="0" normalizeH="0" baseline="0" noProof="0" dirty="0">
                <a:ln>
                  <a:noFill/>
                </a:ln>
                <a:solidFill>
                  <a:srgbClr val="F24158"/>
                </a:solidFill>
                <a:effectLst/>
                <a:uLnTx/>
                <a:uFillTx/>
                <a:latin typeface="프리젠테이션 7 Bold" pitchFamily="2" charset="-127"/>
                <a:ea typeface="프리젠테이션 7 Bold" pitchFamily="2" charset="-127"/>
              </a:rPr>
              <a:t>      </a:t>
            </a:r>
            <a:r>
              <a:rPr lang="en-US" altLang="ko-KR" sz="1200" kern="0" dirty="0">
                <a:solidFill>
                  <a:srgbClr val="F24158"/>
                </a:solidFill>
                <a:latin typeface="프리젠테이션 7 Bold" pitchFamily="2" charset="-127"/>
                <a:ea typeface="프리젠테이션 7 Bold" pitchFamily="2" charset="-127"/>
              </a:rPr>
              <a:t>Task Formalizer</a:t>
            </a:r>
            <a:endParaRPr kumimoji="0" lang="ko-KR" altLang="en-US" sz="1200" b="0" i="0" u="none" strike="noStrike" kern="0" cap="none" spc="0" normalizeH="0" baseline="0" noProof="0" dirty="0">
              <a:ln>
                <a:noFill/>
              </a:ln>
              <a:solidFill>
                <a:srgbClr val="F24158"/>
              </a:solidFill>
              <a:effectLst/>
              <a:uLnTx/>
              <a:uFillTx/>
              <a:latin typeface="프리젠테이션 7 Bold" pitchFamily="2" charset="-127"/>
              <a:ea typeface="프리젠테이션 7 Bold" pitchFamily="2" charset="-127"/>
            </a:endParaRPr>
          </a:p>
        </p:txBody>
      </p:sp>
      <p:sp>
        <p:nvSpPr>
          <p:cNvPr id="361" name="TextBox 360">
            <a:extLst>
              <a:ext uri="{FF2B5EF4-FFF2-40B4-BE49-F238E27FC236}">
                <a16:creationId xmlns:a16="http://schemas.microsoft.com/office/drawing/2014/main" id="{65A387DD-CB51-44FB-906C-B1CA312F3EA8}"/>
              </a:ext>
            </a:extLst>
          </p:cNvPr>
          <p:cNvSpPr txBox="1"/>
          <p:nvPr/>
        </p:nvSpPr>
        <p:spPr>
          <a:xfrm>
            <a:off x="3172030" y="2226960"/>
            <a:ext cx="936000" cy="338554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 anchor="ctr">
            <a:spAutoFit/>
          </a:bodyPr>
          <a:lstStyle/>
          <a:p>
            <a:pPr algn="ctr" defTabSz="914313" latinLnBrk="1"/>
            <a:r>
              <a:rPr lang="en-US" altLang="ko-KR" sz="1600" dirty="0">
                <a:solidFill>
                  <a:srgbClr val="091421"/>
                </a:solidFill>
                <a:latin typeface="프리젠테이션 7 Bold" pitchFamily="2" charset="-127"/>
                <a:ea typeface="프리젠테이션 7 Bold" pitchFamily="2" charset="-127"/>
              </a:rPr>
              <a:t>      USER</a:t>
            </a:r>
            <a:endParaRPr lang="ko-KR" altLang="en-US" sz="1600" dirty="0">
              <a:solidFill>
                <a:srgbClr val="091421"/>
              </a:solidFill>
              <a:latin typeface="프리젠테이션 7 Bold" pitchFamily="2" charset="-127"/>
              <a:ea typeface="프리젠테이션 7 Bold" pitchFamily="2" charset="-127"/>
            </a:endParaRPr>
          </a:p>
        </p:txBody>
      </p:sp>
      <p:sp>
        <p:nvSpPr>
          <p:cNvPr id="364" name="TextBox 363">
            <a:extLst>
              <a:ext uri="{FF2B5EF4-FFF2-40B4-BE49-F238E27FC236}">
                <a16:creationId xmlns:a16="http://schemas.microsoft.com/office/drawing/2014/main" id="{0F8EAED1-DA79-4A3E-A13D-9097940BD1F3}"/>
              </a:ext>
            </a:extLst>
          </p:cNvPr>
          <p:cNvSpPr txBox="1"/>
          <p:nvPr/>
        </p:nvSpPr>
        <p:spPr>
          <a:xfrm>
            <a:off x="10613584" y="3002674"/>
            <a:ext cx="1368000" cy="1620000"/>
          </a:xfrm>
          <a:prstGeom prst="rect">
            <a:avLst/>
          </a:prstGeom>
          <a:solidFill>
            <a:srgbClr val="F4F4F4"/>
          </a:solidFill>
          <a:ln w="19050">
            <a:solidFill>
              <a:schemeClr val="tx1">
                <a:lumMod val="50000"/>
                <a:lumOff val="50000"/>
              </a:schemeClr>
            </a:solidFill>
          </a:ln>
          <a:effectLst/>
        </p:spPr>
        <p:txBody>
          <a:bodyPr wrap="square" rtlCol="0">
            <a:noAutofit/>
          </a:bodyPr>
          <a:lstStyle/>
          <a:p>
            <a:pPr marL="0" marR="0" lvl="0" indent="0" defTabSz="914313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2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프리젠테이션 5 Medium" pitchFamily="2" charset="-127"/>
              <a:ea typeface="프리젠테이션 5 Medium" pitchFamily="2" charset="-127"/>
            </a:endParaRPr>
          </a:p>
        </p:txBody>
      </p:sp>
      <p:sp>
        <p:nvSpPr>
          <p:cNvPr id="365" name="TextBox 364">
            <a:extLst>
              <a:ext uri="{FF2B5EF4-FFF2-40B4-BE49-F238E27FC236}">
                <a16:creationId xmlns:a16="http://schemas.microsoft.com/office/drawing/2014/main" id="{599774CF-C9A2-4A47-A541-47DA0BED1C3F}"/>
              </a:ext>
            </a:extLst>
          </p:cNvPr>
          <p:cNvSpPr txBox="1"/>
          <p:nvPr/>
        </p:nvSpPr>
        <p:spPr>
          <a:xfrm>
            <a:off x="10613584" y="3002676"/>
            <a:ext cx="1368000" cy="307777"/>
          </a:xfrm>
          <a:prstGeom prst="rect">
            <a:avLst/>
          </a:prstGeom>
          <a:noFill/>
        </p:spPr>
        <p:txBody>
          <a:bodyPr wrap="square" lIns="0" rIns="0" rtlCol="0" anchor="ctr">
            <a:spAutoFit/>
          </a:bodyPr>
          <a:lstStyle/>
          <a:p>
            <a:pPr algn="ctr" defTabSz="914313" latinLnBrk="1"/>
            <a:r>
              <a:rPr lang="en-US" altLang="ko-KR" sz="1400" dirty="0">
                <a:latin typeface="프리젠테이션 7 Bold" pitchFamily="2" charset="-127"/>
                <a:ea typeface="프리젠테이션 7 Bold" pitchFamily="2" charset="-127"/>
              </a:rPr>
              <a:t>      Scene query</a:t>
            </a:r>
            <a:endParaRPr lang="ko-KR" altLang="en-US" sz="1400" dirty="0">
              <a:latin typeface="프리젠테이션 7 Bold" pitchFamily="2" charset="-127"/>
              <a:ea typeface="프리젠테이션 7 Bold" pitchFamily="2" charset="-127"/>
            </a:endParaRPr>
          </a:p>
        </p:txBody>
      </p:sp>
      <p:sp>
        <p:nvSpPr>
          <p:cNvPr id="367" name="TextBox 366">
            <a:extLst>
              <a:ext uri="{FF2B5EF4-FFF2-40B4-BE49-F238E27FC236}">
                <a16:creationId xmlns:a16="http://schemas.microsoft.com/office/drawing/2014/main" id="{620075AC-A918-47DA-9168-36C29A37964F}"/>
              </a:ext>
            </a:extLst>
          </p:cNvPr>
          <p:cNvSpPr txBox="1"/>
          <p:nvPr/>
        </p:nvSpPr>
        <p:spPr>
          <a:xfrm>
            <a:off x="10703584" y="3327208"/>
            <a:ext cx="1188000" cy="2160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marL="0" marR="0" lvl="0" indent="0" defTabSz="914313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2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프리젠테이션 6 SemiBold" pitchFamily="2" charset="-127"/>
                <a:ea typeface="프리젠테이션 6 SemiBold" pitchFamily="2" charset="-127"/>
              </a:rPr>
              <a:t>  semantic</a:t>
            </a:r>
            <a:r>
              <a:rPr lang="en-US" altLang="ko-KR" sz="1200" kern="0" dirty="0">
                <a:solidFill>
                  <a:prstClr val="black"/>
                </a:solidFill>
                <a:latin typeface="프리젠테이션 6 SemiBold" pitchFamily="2" charset="-127"/>
                <a:ea typeface="프리젠테이션 6 SemiBold" pitchFamily="2" charset="-127"/>
              </a:rPr>
              <a:t> </a:t>
            </a:r>
            <a:r>
              <a:rPr kumimoji="0" lang="en-US" altLang="ko-KR" sz="12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프리젠테이션 6 SemiBold" pitchFamily="2" charset="-127"/>
                <a:ea typeface="프리젠테이션 6 SemiBold" pitchFamily="2" charset="-127"/>
              </a:rPr>
              <a:t>search</a:t>
            </a:r>
            <a:endParaRPr kumimoji="0" lang="ko-KR" altLang="en-US" sz="12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프리젠테이션 6 SemiBold" pitchFamily="2" charset="-127"/>
              <a:ea typeface="프리젠테이션 6 SemiBold" pitchFamily="2" charset="-127"/>
            </a:endParaRPr>
          </a:p>
        </p:txBody>
      </p:sp>
      <p:sp>
        <p:nvSpPr>
          <p:cNvPr id="369" name="TextBox 368">
            <a:extLst>
              <a:ext uri="{FF2B5EF4-FFF2-40B4-BE49-F238E27FC236}">
                <a16:creationId xmlns:a16="http://schemas.microsoft.com/office/drawing/2014/main" id="{80BD7F13-0E78-4090-A4D6-11582A0CA19B}"/>
              </a:ext>
            </a:extLst>
          </p:cNvPr>
          <p:cNvSpPr txBox="1"/>
          <p:nvPr/>
        </p:nvSpPr>
        <p:spPr>
          <a:xfrm>
            <a:off x="10703584" y="3995263"/>
            <a:ext cx="1188000" cy="2160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marL="0" marR="0" lvl="0" indent="0" defTabSz="914313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2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프리젠테이션 6 SemiBold" pitchFamily="2" charset="-127"/>
                <a:ea typeface="프리젠테이션 6 SemiBold" pitchFamily="2" charset="-127"/>
              </a:rPr>
              <a:t>  find</a:t>
            </a:r>
            <a:r>
              <a:rPr lang="en-US" altLang="ko-KR" sz="1200" kern="0" dirty="0">
                <a:solidFill>
                  <a:prstClr val="black"/>
                </a:solidFill>
                <a:latin typeface="프리젠테이션 6 SemiBold" pitchFamily="2" charset="-127"/>
                <a:ea typeface="프리젠테이션 6 SemiBold" pitchFamily="2" charset="-127"/>
              </a:rPr>
              <a:t> </a:t>
            </a:r>
            <a:r>
              <a:rPr kumimoji="0" lang="en-US" altLang="ko-KR" sz="12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프리젠테이션 6 SemiBold" pitchFamily="2" charset="-127"/>
                <a:ea typeface="프리젠테이션 6 SemiBold" pitchFamily="2" charset="-127"/>
              </a:rPr>
              <a:t>path</a:t>
            </a:r>
            <a:endParaRPr kumimoji="0" lang="ko-KR" altLang="en-US" sz="12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프리젠테이션 6 SemiBold" pitchFamily="2" charset="-127"/>
              <a:ea typeface="프리젠테이션 6 SemiBold" pitchFamily="2" charset="-127"/>
            </a:endParaRPr>
          </a:p>
        </p:txBody>
      </p:sp>
      <p:sp>
        <p:nvSpPr>
          <p:cNvPr id="339" name="TextBox 338">
            <a:extLst>
              <a:ext uri="{FF2B5EF4-FFF2-40B4-BE49-F238E27FC236}">
                <a16:creationId xmlns:a16="http://schemas.microsoft.com/office/drawing/2014/main" id="{44E0273D-AF27-471F-A590-3380771B9385}"/>
              </a:ext>
            </a:extLst>
          </p:cNvPr>
          <p:cNvSpPr txBox="1"/>
          <p:nvPr/>
        </p:nvSpPr>
        <p:spPr>
          <a:xfrm>
            <a:off x="13033908" y="3775376"/>
            <a:ext cx="1260000" cy="1260000"/>
          </a:xfrm>
          <a:prstGeom prst="roundRect">
            <a:avLst>
              <a:gd name="adj" fmla="val 12469"/>
            </a:avLst>
          </a:prstGeom>
          <a:solidFill>
            <a:schemeClr val="bg1"/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 wrap="square" rtlCol="0">
            <a:noAutofit/>
          </a:bodyPr>
          <a:lstStyle/>
          <a:p>
            <a:pPr marL="0" marR="0" lvl="0" indent="0" defTabSz="914313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2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프리젠테이션 5 Medium" pitchFamily="2" charset="-127"/>
              <a:ea typeface="프리젠테이션 5 Medium" pitchFamily="2" charset="-127"/>
            </a:endParaRPr>
          </a:p>
        </p:txBody>
      </p:sp>
      <p:sp>
        <p:nvSpPr>
          <p:cNvPr id="340" name="TextBox 339">
            <a:extLst>
              <a:ext uri="{FF2B5EF4-FFF2-40B4-BE49-F238E27FC236}">
                <a16:creationId xmlns:a16="http://schemas.microsoft.com/office/drawing/2014/main" id="{DCA857B5-0213-4FD3-A8D1-3F002F302C05}"/>
              </a:ext>
            </a:extLst>
          </p:cNvPr>
          <p:cNvSpPr txBox="1"/>
          <p:nvPr/>
        </p:nvSpPr>
        <p:spPr>
          <a:xfrm>
            <a:off x="13012589" y="3477075"/>
            <a:ext cx="1302638" cy="246221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algn="ctr" defTabSz="914313" latinLnBrk="1"/>
            <a:r>
              <a:rPr lang="en-US" altLang="ko-KR" sz="1600" dirty="0">
                <a:solidFill>
                  <a:srgbClr val="091421"/>
                </a:solidFill>
                <a:latin typeface="프리젠테이션 7 Bold" pitchFamily="2" charset="-127"/>
                <a:ea typeface="프리젠테이션 7 Bold" pitchFamily="2" charset="-127"/>
              </a:rPr>
              <a:t>World Model</a:t>
            </a:r>
            <a:endParaRPr lang="ko-KR" altLang="en-US" sz="1600" dirty="0">
              <a:solidFill>
                <a:srgbClr val="091421"/>
              </a:solidFill>
              <a:latin typeface="프리젠테이션 7 Bold" pitchFamily="2" charset="-127"/>
              <a:ea typeface="프리젠테이션 7 Bold" pitchFamily="2" charset="-127"/>
            </a:endParaRPr>
          </a:p>
        </p:txBody>
      </p:sp>
      <p:sp>
        <p:nvSpPr>
          <p:cNvPr id="344" name="TextBox 343">
            <a:extLst>
              <a:ext uri="{FF2B5EF4-FFF2-40B4-BE49-F238E27FC236}">
                <a16:creationId xmlns:a16="http://schemas.microsoft.com/office/drawing/2014/main" id="{F5B66800-B367-4CB3-9BBB-F57704A9FA9E}"/>
              </a:ext>
            </a:extLst>
          </p:cNvPr>
          <p:cNvSpPr txBox="1"/>
          <p:nvPr/>
        </p:nvSpPr>
        <p:spPr>
          <a:xfrm rot="5400000">
            <a:off x="12459700" y="4320711"/>
            <a:ext cx="1080000" cy="194739"/>
          </a:xfrm>
          <a:prstGeom prst="roundRect">
            <a:avLst/>
          </a:prstGeom>
          <a:solidFill>
            <a:srgbClr val="DEEBF7"/>
          </a:solidFill>
          <a:ln w="19050">
            <a:solidFill>
              <a:schemeClr val="accent5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marL="0" marR="0" lvl="0" indent="0" algn="ctr" defTabSz="914313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200" kern="0" dirty="0">
                <a:solidFill>
                  <a:srgbClr val="091421"/>
                </a:solidFill>
                <a:latin typeface="프리젠테이션 6 SemiBold" pitchFamily="2" charset="-127"/>
                <a:ea typeface="프리젠테이션 6 SemiBold" pitchFamily="2" charset="-127"/>
              </a:rPr>
              <a:t>Ask Interface</a:t>
            </a:r>
            <a:endParaRPr kumimoji="0" lang="ko-KR" altLang="en-US" sz="1200" b="0" i="0" u="none" strike="noStrike" kern="0" cap="none" spc="0" normalizeH="0" baseline="0" noProof="0" dirty="0">
              <a:ln>
                <a:noFill/>
              </a:ln>
              <a:solidFill>
                <a:srgbClr val="091421"/>
              </a:solidFill>
              <a:effectLst/>
              <a:uLnTx/>
              <a:uFillTx/>
              <a:latin typeface="프리젠테이션 6 SemiBold" pitchFamily="2" charset="-127"/>
              <a:ea typeface="프리젠테이션 6 SemiBold" pitchFamily="2" charset="-127"/>
            </a:endParaRPr>
          </a:p>
        </p:txBody>
      </p:sp>
      <p:sp>
        <p:nvSpPr>
          <p:cNvPr id="345" name="TextBox 344">
            <a:extLst>
              <a:ext uri="{FF2B5EF4-FFF2-40B4-BE49-F238E27FC236}">
                <a16:creationId xmlns:a16="http://schemas.microsoft.com/office/drawing/2014/main" id="{A4A9857E-51F9-41BB-9756-BD45BC6C4D85}"/>
              </a:ext>
            </a:extLst>
          </p:cNvPr>
          <p:cNvSpPr txBox="1"/>
          <p:nvPr/>
        </p:nvSpPr>
        <p:spPr>
          <a:xfrm>
            <a:off x="13123908" y="4971566"/>
            <a:ext cx="1080000" cy="194739"/>
          </a:xfrm>
          <a:prstGeom prst="roundRect">
            <a:avLst/>
          </a:prstGeom>
          <a:solidFill>
            <a:srgbClr val="DEEBF7"/>
          </a:solidFill>
          <a:ln w="19050">
            <a:solidFill>
              <a:schemeClr val="accent5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marL="0" marR="0" lvl="0" indent="0" algn="ctr" defTabSz="914313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200" kern="0" dirty="0">
                <a:solidFill>
                  <a:srgbClr val="091421"/>
                </a:solidFill>
                <a:latin typeface="프리젠테이션 6 SemiBold" pitchFamily="2" charset="-127"/>
                <a:ea typeface="프리젠테이션 6 SemiBold" pitchFamily="2" charset="-127"/>
              </a:rPr>
              <a:t>Tell Interface</a:t>
            </a:r>
            <a:endParaRPr kumimoji="0" lang="ko-KR" altLang="en-US" sz="1200" b="0" i="0" u="none" strike="noStrike" kern="0" cap="none" spc="0" normalizeH="0" baseline="0" noProof="0" dirty="0">
              <a:ln>
                <a:noFill/>
              </a:ln>
              <a:solidFill>
                <a:srgbClr val="091421"/>
              </a:solidFill>
              <a:effectLst/>
              <a:uLnTx/>
              <a:uFillTx/>
              <a:latin typeface="프리젠테이션 6 SemiBold" pitchFamily="2" charset="-127"/>
              <a:ea typeface="프리젠테이션 6 SemiBold" pitchFamily="2" charset="-127"/>
            </a:endParaRPr>
          </a:p>
        </p:txBody>
      </p:sp>
      <p:sp>
        <p:nvSpPr>
          <p:cNvPr id="250" name="TextBox 249">
            <a:extLst>
              <a:ext uri="{FF2B5EF4-FFF2-40B4-BE49-F238E27FC236}">
                <a16:creationId xmlns:a16="http://schemas.microsoft.com/office/drawing/2014/main" id="{F1197EB5-8C7D-4C4C-963E-05B2A1637E1A}"/>
              </a:ext>
            </a:extLst>
          </p:cNvPr>
          <p:cNvSpPr txBox="1"/>
          <p:nvPr/>
        </p:nvSpPr>
        <p:spPr>
          <a:xfrm>
            <a:off x="11883902" y="5798801"/>
            <a:ext cx="756000" cy="223200"/>
          </a:xfrm>
          <a:prstGeom prst="rect">
            <a:avLst/>
          </a:prstGeom>
          <a:solidFill>
            <a:srgbClr val="E4E1FE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marR="0" lvl="0" indent="0" algn="ctr" defTabSz="914313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2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프리젠테이션 5 Medium" pitchFamily="2" charset="-127"/>
                <a:ea typeface="프리젠테이션 5 Medium" pitchFamily="2" charset="-127"/>
              </a:rPr>
              <a:t>        domain</a:t>
            </a:r>
            <a:endParaRPr kumimoji="0" lang="ko-KR" altLang="en-US" sz="12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프리젠테이션 5 Medium" pitchFamily="2" charset="-127"/>
              <a:ea typeface="프리젠테이션 5 Medium" pitchFamily="2" charset="-127"/>
            </a:endParaRPr>
          </a:p>
        </p:txBody>
      </p:sp>
      <p:sp>
        <p:nvSpPr>
          <p:cNvPr id="244" name="TextBox 243">
            <a:extLst>
              <a:ext uri="{FF2B5EF4-FFF2-40B4-BE49-F238E27FC236}">
                <a16:creationId xmlns:a16="http://schemas.microsoft.com/office/drawing/2014/main" id="{ECB70379-9E4A-4F35-BA77-23C2D8AB4709}"/>
              </a:ext>
            </a:extLst>
          </p:cNvPr>
          <p:cNvSpPr txBox="1"/>
          <p:nvPr/>
        </p:nvSpPr>
        <p:spPr>
          <a:xfrm>
            <a:off x="10373309" y="6139099"/>
            <a:ext cx="3456000" cy="1476000"/>
          </a:xfrm>
          <a:prstGeom prst="rect">
            <a:avLst/>
          </a:prstGeom>
          <a:solidFill>
            <a:srgbClr val="F4F4F4"/>
          </a:solidFill>
          <a:ln w="19050">
            <a:solidFill>
              <a:schemeClr val="tx1">
                <a:lumMod val="50000"/>
                <a:lumOff val="50000"/>
              </a:schemeClr>
            </a:solidFill>
          </a:ln>
          <a:effectLst/>
        </p:spPr>
        <p:txBody>
          <a:bodyPr wrap="square" rtlCol="0">
            <a:noAutofit/>
          </a:bodyPr>
          <a:lstStyle/>
          <a:p>
            <a:pPr marL="0" marR="0" lvl="0" indent="0" defTabSz="914313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2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프리젠테이션 5 Medium" pitchFamily="2" charset="-127"/>
              <a:ea typeface="프리젠테이션 5 Medium" pitchFamily="2" charset="-127"/>
            </a:endParaRPr>
          </a:p>
        </p:txBody>
      </p:sp>
      <p:sp>
        <p:nvSpPr>
          <p:cNvPr id="245" name="TextBox 244">
            <a:extLst>
              <a:ext uri="{FF2B5EF4-FFF2-40B4-BE49-F238E27FC236}">
                <a16:creationId xmlns:a16="http://schemas.microsoft.com/office/drawing/2014/main" id="{FB541BEB-8B71-49E4-851B-4BCE3C1FD1B0}"/>
              </a:ext>
            </a:extLst>
          </p:cNvPr>
          <p:cNvSpPr txBox="1"/>
          <p:nvPr/>
        </p:nvSpPr>
        <p:spPr>
          <a:xfrm>
            <a:off x="10444010" y="6583083"/>
            <a:ext cx="3314598" cy="304232"/>
          </a:xfrm>
          <a:prstGeom prst="roundRect">
            <a:avLst/>
          </a:prstGeom>
          <a:noFill/>
          <a:ln>
            <a:solidFill>
              <a:sysClr val="windowText" lastClr="000000"/>
            </a:solidFill>
            <a:prstDash val="dash"/>
          </a:ln>
        </p:spPr>
        <p:txBody>
          <a:bodyPr wrap="square" rtlCol="0">
            <a:noAutofit/>
          </a:bodyPr>
          <a:lstStyle/>
          <a:p>
            <a:pPr marL="0" marR="0" lvl="0" indent="0" defTabSz="914313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2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프리젠테이션 5 Medium" pitchFamily="2" charset="-127"/>
              <a:ea typeface="프리젠테이션 5 Medium" pitchFamily="2" charset="-127"/>
            </a:endParaRPr>
          </a:p>
        </p:txBody>
      </p:sp>
      <p:sp>
        <p:nvSpPr>
          <p:cNvPr id="309" name="TextBox 308">
            <a:extLst>
              <a:ext uri="{FF2B5EF4-FFF2-40B4-BE49-F238E27FC236}">
                <a16:creationId xmlns:a16="http://schemas.microsoft.com/office/drawing/2014/main" id="{A46BEECD-3964-477A-821B-E031B4E37FF9}"/>
              </a:ext>
            </a:extLst>
          </p:cNvPr>
          <p:cNvSpPr txBox="1"/>
          <p:nvPr/>
        </p:nvSpPr>
        <p:spPr>
          <a:xfrm>
            <a:off x="11253584" y="7305141"/>
            <a:ext cx="1695451" cy="309958"/>
          </a:xfrm>
          <a:prstGeom prst="rect">
            <a:avLst/>
          </a:prstGeom>
          <a:noFill/>
        </p:spPr>
        <p:txBody>
          <a:bodyPr wrap="square" lIns="0" tIns="46800" rIns="0" bIns="46800" rtlCol="0" anchor="ctr">
            <a:spAutoFit/>
          </a:bodyPr>
          <a:lstStyle/>
          <a:p>
            <a:pPr algn="ctr" defTabSz="914313" latinLnBrk="1"/>
            <a:r>
              <a:rPr lang="en-US" altLang="ko-KR" sz="1400" dirty="0">
                <a:latin typeface="프리젠테이션 7 Bold" pitchFamily="2" charset="-127"/>
                <a:ea typeface="프리젠테이션 7 Bold" pitchFamily="2" charset="-127"/>
              </a:rPr>
              <a:t>      PDDL plan</a:t>
            </a:r>
            <a:endParaRPr lang="ko-KR" altLang="en-US" sz="1400" dirty="0">
              <a:latin typeface="프리젠테이션 7 Bold" pitchFamily="2" charset="-127"/>
              <a:ea typeface="프리젠테이션 7 Bold" pitchFamily="2" charset="-127"/>
            </a:endParaRPr>
          </a:p>
        </p:txBody>
      </p:sp>
      <p:cxnSp>
        <p:nvCxnSpPr>
          <p:cNvPr id="311" name="직선 화살표 연결선 310">
            <a:extLst>
              <a:ext uri="{FF2B5EF4-FFF2-40B4-BE49-F238E27FC236}">
                <a16:creationId xmlns:a16="http://schemas.microsoft.com/office/drawing/2014/main" id="{CA93BD8A-EE43-4E47-BC0C-22DF71AA7DE4}"/>
              </a:ext>
            </a:extLst>
          </p:cNvPr>
          <p:cNvCxnSpPr>
            <a:cxnSpLocks/>
          </p:cNvCxnSpPr>
          <p:nvPr/>
        </p:nvCxnSpPr>
        <p:spPr>
          <a:xfrm flipV="1">
            <a:off x="10838603" y="6467072"/>
            <a:ext cx="0" cy="184970"/>
          </a:xfrm>
          <a:prstGeom prst="straightConnector1">
            <a:avLst/>
          </a:prstGeom>
          <a:ln w="28575">
            <a:solidFill>
              <a:srgbClr val="404756"/>
            </a:solidFill>
            <a:round/>
            <a:tailEnd type="triangle" w="med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2" name="직선 화살표 연결선 311">
            <a:extLst>
              <a:ext uri="{FF2B5EF4-FFF2-40B4-BE49-F238E27FC236}">
                <a16:creationId xmlns:a16="http://schemas.microsoft.com/office/drawing/2014/main" id="{6A5D301A-5F12-4B04-B140-0447B7FAC342}"/>
              </a:ext>
            </a:extLst>
          </p:cNvPr>
          <p:cNvCxnSpPr>
            <a:cxnSpLocks/>
          </p:cNvCxnSpPr>
          <p:nvPr/>
        </p:nvCxnSpPr>
        <p:spPr>
          <a:xfrm flipV="1">
            <a:off x="11998677" y="6467072"/>
            <a:ext cx="0" cy="155766"/>
          </a:xfrm>
          <a:prstGeom prst="straightConnector1">
            <a:avLst/>
          </a:prstGeom>
          <a:ln w="28575">
            <a:solidFill>
              <a:srgbClr val="404756"/>
            </a:solidFill>
            <a:round/>
            <a:tailEnd type="triangle" w="med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3" name="직선 화살표 연결선 312">
            <a:extLst>
              <a:ext uri="{FF2B5EF4-FFF2-40B4-BE49-F238E27FC236}">
                <a16:creationId xmlns:a16="http://schemas.microsoft.com/office/drawing/2014/main" id="{6D86CEBC-83B1-42D5-B949-EE1349F0D964}"/>
              </a:ext>
            </a:extLst>
          </p:cNvPr>
          <p:cNvCxnSpPr>
            <a:cxnSpLocks/>
            <a:stCxn id="281" idx="0"/>
          </p:cNvCxnSpPr>
          <p:nvPr/>
        </p:nvCxnSpPr>
        <p:spPr>
          <a:xfrm flipV="1">
            <a:off x="13243916" y="6462313"/>
            <a:ext cx="0" cy="161921"/>
          </a:xfrm>
          <a:prstGeom prst="straightConnector1">
            <a:avLst/>
          </a:prstGeom>
          <a:ln w="28575">
            <a:solidFill>
              <a:srgbClr val="404756"/>
            </a:solidFill>
            <a:round/>
            <a:tailEnd type="triangle" w="med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9" name="TextBox 388">
            <a:extLst>
              <a:ext uri="{FF2B5EF4-FFF2-40B4-BE49-F238E27FC236}">
                <a16:creationId xmlns:a16="http://schemas.microsoft.com/office/drawing/2014/main" id="{FD53EB0B-5E44-4491-809D-F288E7863813}"/>
              </a:ext>
            </a:extLst>
          </p:cNvPr>
          <p:cNvSpPr txBox="1"/>
          <p:nvPr/>
        </p:nvSpPr>
        <p:spPr>
          <a:xfrm>
            <a:off x="10442603" y="6642866"/>
            <a:ext cx="792000" cy="18466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spAutoFit/>
          </a:bodyPr>
          <a:lstStyle/>
          <a:p>
            <a:pPr algn="ctr" defTabSz="914313" latinLnBrk="1"/>
            <a:r>
              <a:rPr lang="en-US" altLang="ko-KR" sz="1200" spc="-160" dirty="0">
                <a:solidFill>
                  <a:srgbClr val="404756"/>
                </a:solidFill>
                <a:latin typeface="Cascadia Code SemiLight" panose="020B0609020000020004" pitchFamily="49" charset="0"/>
                <a:ea typeface="프리젠테이션 5 Medium" pitchFamily="2" charset="-127"/>
                <a:cs typeface="Cascadia Code SemiLight" panose="020B0609020000020004" pitchFamily="49" charset="0"/>
              </a:rPr>
              <a:t>[subgoal 1]</a:t>
            </a:r>
            <a:endParaRPr lang="ko-KR" altLang="en-US" sz="1200" spc="-160" dirty="0">
              <a:solidFill>
                <a:srgbClr val="404756"/>
              </a:solidFill>
              <a:latin typeface="Cascadia Code SemiLight" panose="020B0609020000020004" pitchFamily="49" charset="0"/>
              <a:ea typeface="프리젠테이션 5 Medium" pitchFamily="2" charset="-127"/>
              <a:cs typeface="Cascadia Code SemiLight" panose="020B0609020000020004" pitchFamily="49" charset="0"/>
            </a:endParaRPr>
          </a:p>
        </p:txBody>
      </p:sp>
      <p:cxnSp>
        <p:nvCxnSpPr>
          <p:cNvPr id="5" name="연결선: 꺾임 4">
            <a:extLst>
              <a:ext uri="{FF2B5EF4-FFF2-40B4-BE49-F238E27FC236}">
                <a16:creationId xmlns:a16="http://schemas.microsoft.com/office/drawing/2014/main" id="{492337E0-55FF-4958-A021-E4DC1E059202}"/>
              </a:ext>
            </a:extLst>
          </p:cNvPr>
          <p:cNvCxnSpPr>
            <a:cxnSpLocks/>
          </p:cNvCxnSpPr>
          <p:nvPr/>
        </p:nvCxnSpPr>
        <p:spPr>
          <a:xfrm rot="16200000" flipH="1">
            <a:off x="11344434" y="6534325"/>
            <a:ext cx="272886" cy="138385"/>
          </a:xfrm>
          <a:prstGeom prst="bentConnector2">
            <a:avLst/>
          </a:prstGeom>
          <a:ln w="28575">
            <a:solidFill>
              <a:srgbClr val="404756"/>
            </a:solidFill>
            <a:round/>
            <a:tailEnd type="triangle" w="med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3" name="연결선: 꺾임 392">
            <a:extLst>
              <a:ext uri="{FF2B5EF4-FFF2-40B4-BE49-F238E27FC236}">
                <a16:creationId xmlns:a16="http://schemas.microsoft.com/office/drawing/2014/main" id="{2E4C8EDE-149F-44E5-B092-325DA1063F08}"/>
              </a:ext>
            </a:extLst>
          </p:cNvPr>
          <p:cNvCxnSpPr>
            <a:cxnSpLocks/>
          </p:cNvCxnSpPr>
          <p:nvPr/>
        </p:nvCxnSpPr>
        <p:spPr>
          <a:xfrm rot="16200000" flipH="1">
            <a:off x="12562858" y="6513665"/>
            <a:ext cx="272888" cy="179704"/>
          </a:xfrm>
          <a:prstGeom prst="bentConnector2">
            <a:avLst/>
          </a:prstGeom>
          <a:ln w="28575">
            <a:solidFill>
              <a:srgbClr val="404756"/>
            </a:solidFill>
            <a:round/>
            <a:tailEnd type="triangle" w="med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2" name="TextBox 401">
            <a:extLst>
              <a:ext uri="{FF2B5EF4-FFF2-40B4-BE49-F238E27FC236}">
                <a16:creationId xmlns:a16="http://schemas.microsoft.com/office/drawing/2014/main" id="{DCE7A81B-96C3-4EE4-BFBA-EB2C84ACD523}"/>
              </a:ext>
            </a:extLst>
          </p:cNvPr>
          <p:cNvSpPr txBox="1"/>
          <p:nvPr/>
        </p:nvSpPr>
        <p:spPr>
          <a:xfrm>
            <a:off x="10444010" y="6970408"/>
            <a:ext cx="3314598" cy="304232"/>
          </a:xfrm>
          <a:prstGeom prst="roundRect">
            <a:avLst/>
          </a:prstGeom>
          <a:noFill/>
          <a:ln>
            <a:solidFill>
              <a:sysClr val="windowText" lastClr="000000"/>
            </a:solidFill>
            <a:prstDash val="dash"/>
          </a:ln>
        </p:spPr>
        <p:txBody>
          <a:bodyPr wrap="square" rtlCol="0">
            <a:noAutofit/>
          </a:bodyPr>
          <a:lstStyle/>
          <a:p>
            <a:pPr marL="0" marR="0" lvl="0" indent="0" defTabSz="914313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2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프리젠테이션 5 Medium" pitchFamily="2" charset="-127"/>
              <a:ea typeface="프리젠테이션 5 Medium" pitchFamily="2" charset="-127"/>
            </a:endParaRPr>
          </a:p>
        </p:txBody>
      </p:sp>
      <p:sp>
        <p:nvSpPr>
          <p:cNvPr id="407" name="TextBox 406">
            <a:extLst>
              <a:ext uri="{FF2B5EF4-FFF2-40B4-BE49-F238E27FC236}">
                <a16:creationId xmlns:a16="http://schemas.microsoft.com/office/drawing/2014/main" id="{0DE19927-FB4A-4C1A-BBC8-AE1DC5E1B642}"/>
              </a:ext>
            </a:extLst>
          </p:cNvPr>
          <p:cNvSpPr txBox="1"/>
          <p:nvPr/>
        </p:nvSpPr>
        <p:spPr>
          <a:xfrm>
            <a:off x="10442603" y="7030191"/>
            <a:ext cx="792000" cy="18466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spAutoFit/>
          </a:bodyPr>
          <a:lstStyle/>
          <a:p>
            <a:pPr algn="ctr" defTabSz="914313" latinLnBrk="1"/>
            <a:r>
              <a:rPr lang="en-US" altLang="ko-KR" sz="1200" spc="-160" dirty="0">
                <a:solidFill>
                  <a:srgbClr val="404756"/>
                </a:solidFill>
                <a:latin typeface="Cascadia Code SemiLight" panose="020B0609020000020004" pitchFamily="49" charset="0"/>
                <a:ea typeface="프리젠테이션 5 Medium" pitchFamily="2" charset="-127"/>
                <a:cs typeface="Cascadia Code SemiLight" panose="020B0609020000020004" pitchFamily="49" charset="0"/>
              </a:rPr>
              <a:t>[subgoal 2]</a:t>
            </a:r>
            <a:endParaRPr lang="ko-KR" altLang="en-US" sz="1200" spc="-160" dirty="0">
              <a:solidFill>
                <a:srgbClr val="404756"/>
              </a:solidFill>
              <a:latin typeface="Cascadia Code SemiLight" panose="020B0609020000020004" pitchFamily="49" charset="0"/>
              <a:ea typeface="프리젠테이션 5 Medium" pitchFamily="2" charset="-127"/>
              <a:cs typeface="Cascadia Code SemiLight" panose="020B0609020000020004" pitchFamily="49" charset="0"/>
            </a:endParaRPr>
          </a:p>
        </p:txBody>
      </p:sp>
      <p:cxnSp>
        <p:nvCxnSpPr>
          <p:cNvPr id="436" name="직선 화살표 연결선 435">
            <a:extLst>
              <a:ext uri="{FF2B5EF4-FFF2-40B4-BE49-F238E27FC236}">
                <a16:creationId xmlns:a16="http://schemas.microsoft.com/office/drawing/2014/main" id="{329991EC-29B5-4324-A6F0-A3DE604FB069}"/>
              </a:ext>
            </a:extLst>
          </p:cNvPr>
          <p:cNvCxnSpPr>
            <a:cxnSpLocks/>
            <a:stCxn id="298" idx="0"/>
          </p:cNvCxnSpPr>
          <p:nvPr/>
        </p:nvCxnSpPr>
        <p:spPr>
          <a:xfrm flipV="1">
            <a:off x="13271202" y="5161489"/>
            <a:ext cx="0" cy="1048824"/>
          </a:xfrm>
          <a:prstGeom prst="straightConnector1">
            <a:avLst/>
          </a:prstGeom>
          <a:ln w="38100">
            <a:solidFill>
              <a:srgbClr val="404756"/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9" name="연결선: 꺾임 448">
            <a:extLst>
              <a:ext uri="{FF2B5EF4-FFF2-40B4-BE49-F238E27FC236}">
                <a16:creationId xmlns:a16="http://schemas.microsoft.com/office/drawing/2014/main" id="{3DACB8D1-657D-4180-AFB3-FD4B5F743372}"/>
              </a:ext>
            </a:extLst>
          </p:cNvPr>
          <p:cNvCxnSpPr>
            <a:cxnSpLocks/>
            <a:stCxn id="285" idx="0"/>
          </p:cNvCxnSpPr>
          <p:nvPr/>
        </p:nvCxnSpPr>
        <p:spPr>
          <a:xfrm rot="5400000" flipH="1" flipV="1">
            <a:off x="11277312" y="4595556"/>
            <a:ext cx="1428048" cy="1801467"/>
          </a:xfrm>
          <a:prstGeom prst="bentConnector2">
            <a:avLst/>
          </a:prstGeom>
          <a:ln w="38100">
            <a:solidFill>
              <a:srgbClr val="40475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6" name="직선 화살표 연결선 315">
            <a:extLst>
              <a:ext uri="{FF2B5EF4-FFF2-40B4-BE49-F238E27FC236}">
                <a16:creationId xmlns:a16="http://schemas.microsoft.com/office/drawing/2014/main" id="{CA8747D0-2168-48B8-A134-D21F22E00015}"/>
              </a:ext>
            </a:extLst>
          </p:cNvPr>
          <p:cNvCxnSpPr>
            <a:cxnSpLocks/>
            <a:stCxn id="250" idx="2"/>
            <a:endCxn id="283" idx="0"/>
          </p:cNvCxnSpPr>
          <p:nvPr/>
        </p:nvCxnSpPr>
        <p:spPr>
          <a:xfrm>
            <a:off x="12261902" y="6022001"/>
            <a:ext cx="0" cy="188312"/>
          </a:xfrm>
          <a:prstGeom prst="straightConnector1">
            <a:avLst/>
          </a:prstGeom>
          <a:ln w="28575">
            <a:solidFill>
              <a:srgbClr val="404756"/>
            </a:solidFill>
            <a:round/>
            <a:tailEnd type="triangle" w="med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2" name="TextBox 261">
            <a:extLst>
              <a:ext uri="{FF2B5EF4-FFF2-40B4-BE49-F238E27FC236}">
                <a16:creationId xmlns:a16="http://schemas.microsoft.com/office/drawing/2014/main" id="{EF08AA9A-A4F9-4EDC-8F25-4083F0045008}"/>
              </a:ext>
            </a:extLst>
          </p:cNvPr>
          <p:cNvSpPr txBox="1"/>
          <p:nvPr/>
        </p:nvSpPr>
        <p:spPr>
          <a:xfrm>
            <a:off x="11548677" y="6622838"/>
            <a:ext cx="900000" cy="224722"/>
          </a:xfrm>
          <a:prstGeom prst="rect">
            <a:avLst/>
          </a:prstGeom>
          <a:solidFill>
            <a:srgbClr val="E4E1FE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marR="0" lvl="0" indent="0" algn="ctr" defTabSz="914313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2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프리젠테이션 5 Medium" pitchFamily="2" charset="-127"/>
                <a:ea typeface="프리젠테이션 5 Medium" pitchFamily="2" charset="-127"/>
              </a:rPr>
              <a:t>        problem 1</a:t>
            </a:r>
            <a:endParaRPr kumimoji="0" lang="ko-KR" altLang="en-US" sz="12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프리젠테이션 5 Medium" pitchFamily="2" charset="-127"/>
              <a:ea typeface="프리젠테이션 5 Medium" pitchFamily="2" charset="-127"/>
            </a:endParaRPr>
          </a:p>
        </p:txBody>
      </p:sp>
      <p:sp>
        <p:nvSpPr>
          <p:cNvPr id="403" name="TextBox 402">
            <a:extLst>
              <a:ext uri="{FF2B5EF4-FFF2-40B4-BE49-F238E27FC236}">
                <a16:creationId xmlns:a16="http://schemas.microsoft.com/office/drawing/2014/main" id="{2446AE1E-070A-41E6-8C45-475C1E9E3BF5}"/>
              </a:ext>
            </a:extLst>
          </p:cNvPr>
          <p:cNvSpPr txBox="1"/>
          <p:nvPr/>
        </p:nvSpPr>
        <p:spPr>
          <a:xfrm>
            <a:off x="11548677" y="7010163"/>
            <a:ext cx="900000" cy="224722"/>
          </a:xfrm>
          <a:prstGeom prst="rect">
            <a:avLst/>
          </a:prstGeom>
          <a:solidFill>
            <a:srgbClr val="E4E1FE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marR="0" lvl="0" indent="0" algn="ctr" defTabSz="914313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2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프리젠테이션 5 Medium" pitchFamily="2" charset="-127"/>
                <a:ea typeface="프리젠테이션 5 Medium" pitchFamily="2" charset="-127"/>
              </a:rPr>
              <a:t>        problem 2</a:t>
            </a:r>
            <a:endParaRPr kumimoji="0" lang="ko-KR" altLang="en-US" sz="12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프리젠테이션 5 Medium" pitchFamily="2" charset="-127"/>
              <a:ea typeface="프리젠테이션 5 Medium" pitchFamily="2" charset="-127"/>
            </a:endParaRPr>
          </a:p>
        </p:txBody>
      </p:sp>
      <p:sp>
        <p:nvSpPr>
          <p:cNvPr id="306" name="TextBox 305">
            <a:extLst>
              <a:ext uri="{FF2B5EF4-FFF2-40B4-BE49-F238E27FC236}">
                <a16:creationId xmlns:a16="http://schemas.microsoft.com/office/drawing/2014/main" id="{7ED2FC38-6B63-475D-AC0B-F03DA755974A}"/>
              </a:ext>
            </a:extLst>
          </p:cNvPr>
          <p:cNvSpPr txBox="1"/>
          <p:nvPr/>
        </p:nvSpPr>
        <p:spPr>
          <a:xfrm rot="5400000">
            <a:off x="13134930" y="7285145"/>
            <a:ext cx="272545" cy="252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marR="0" lvl="0" indent="0" algn="ctr" defTabSz="914313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2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프리젠테이션 6 SemiBold" pitchFamily="2" charset="-127"/>
                <a:ea typeface="프리젠테이션 6 SemiBold" pitchFamily="2" charset="-127"/>
              </a:rPr>
              <a:t>…</a:t>
            </a:r>
            <a:endParaRPr kumimoji="0" lang="ko-KR" altLang="en-US" sz="12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프리젠테이션 6 SemiBold" pitchFamily="2" charset="-127"/>
              <a:ea typeface="프리젠테이션 6 SemiBold" pitchFamily="2" charset="-127"/>
            </a:endParaRPr>
          </a:p>
        </p:txBody>
      </p:sp>
      <p:sp>
        <p:nvSpPr>
          <p:cNvPr id="405" name="TextBox 404">
            <a:extLst>
              <a:ext uri="{FF2B5EF4-FFF2-40B4-BE49-F238E27FC236}">
                <a16:creationId xmlns:a16="http://schemas.microsoft.com/office/drawing/2014/main" id="{7744C2F3-E0A7-4DC5-A0AB-822C5B7C722B}"/>
              </a:ext>
            </a:extLst>
          </p:cNvPr>
          <p:cNvSpPr txBox="1"/>
          <p:nvPr/>
        </p:nvSpPr>
        <p:spPr>
          <a:xfrm>
            <a:off x="12791131" y="7011559"/>
            <a:ext cx="900000" cy="221930"/>
          </a:xfrm>
          <a:prstGeom prst="rect">
            <a:avLst/>
          </a:prstGeom>
          <a:solidFill>
            <a:srgbClr val="E4E1FE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marR="0" lvl="0" indent="0" algn="ctr" defTabSz="914313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2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프리젠테이션 5 Medium" pitchFamily="2" charset="-127"/>
                <a:ea typeface="프리젠테이션 5 Medium" pitchFamily="2" charset="-127"/>
              </a:rPr>
              <a:t>        </a:t>
            </a:r>
            <a:r>
              <a:rPr lang="en-US" altLang="ko-KR" sz="1200" kern="0" dirty="0">
                <a:solidFill>
                  <a:prstClr val="black"/>
                </a:solidFill>
                <a:latin typeface="프리젠테이션 5 Medium" pitchFamily="2" charset="-127"/>
                <a:ea typeface="프리젠테이션 5 Medium" pitchFamily="2" charset="-127"/>
              </a:rPr>
              <a:t>sub</a:t>
            </a:r>
            <a:r>
              <a:rPr kumimoji="0" lang="en-US" altLang="ko-KR" sz="12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프리젠테이션 5 Medium" pitchFamily="2" charset="-127"/>
                <a:ea typeface="프리젠테이션 5 Medium" pitchFamily="2" charset="-127"/>
              </a:rPr>
              <a:t>plan </a:t>
            </a:r>
            <a:r>
              <a:rPr lang="en-US" altLang="ko-KR" sz="1200" kern="0" dirty="0">
                <a:solidFill>
                  <a:prstClr val="black"/>
                </a:solidFill>
                <a:latin typeface="프리젠테이션 5 Medium" pitchFamily="2" charset="-127"/>
                <a:ea typeface="프리젠테이션 5 Medium" pitchFamily="2" charset="-127"/>
              </a:rPr>
              <a:t>2</a:t>
            </a:r>
            <a:endParaRPr kumimoji="0" lang="ko-KR" altLang="en-US" sz="12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프리젠테이션 5 Medium" pitchFamily="2" charset="-127"/>
              <a:ea typeface="프리젠테이션 5 Medium" pitchFamily="2" charset="-127"/>
            </a:endParaRPr>
          </a:p>
        </p:txBody>
      </p:sp>
      <p:sp>
        <p:nvSpPr>
          <p:cNvPr id="281" name="TextBox 280">
            <a:extLst>
              <a:ext uri="{FF2B5EF4-FFF2-40B4-BE49-F238E27FC236}">
                <a16:creationId xmlns:a16="http://schemas.microsoft.com/office/drawing/2014/main" id="{A3240FB8-DD3F-4819-848C-2340700E80A0}"/>
              </a:ext>
            </a:extLst>
          </p:cNvPr>
          <p:cNvSpPr txBox="1"/>
          <p:nvPr/>
        </p:nvSpPr>
        <p:spPr>
          <a:xfrm>
            <a:off x="12793916" y="6624234"/>
            <a:ext cx="900000" cy="221930"/>
          </a:xfrm>
          <a:prstGeom prst="rect">
            <a:avLst/>
          </a:prstGeom>
          <a:solidFill>
            <a:srgbClr val="E4E1FE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marR="0" lvl="0" indent="0" algn="ctr" defTabSz="914313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2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프리젠테이션 5 Medium" pitchFamily="2" charset="-127"/>
                <a:ea typeface="프리젠테이션 5 Medium" pitchFamily="2" charset="-127"/>
              </a:rPr>
              <a:t>        </a:t>
            </a:r>
            <a:r>
              <a:rPr lang="en-US" altLang="ko-KR" sz="1200" kern="0" dirty="0">
                <a:solidFill>
                  <a:prstClr val="black"/>
                </a:solidFill>
                <a:latin typeface="프리젠테이션 5 Medium" pitchFamily="2" charset="-127"/>
                <a:ea typeface="프리젠테이션 5 Medium" pitchFamily="2" charset="-127"/>
              </a:rPr>
              <a:t>sub</a:t>
            </a:r>
            <a:r>
              <a:rPr kumimoji="0" lang="en-US" altLang="ko-KR" sz="12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프리젠테이션 5 Medium" pitchFamily="2" charset="-127"/>
                <a:ea typeface="프리젠테이션 5 Medium" pitchFamily="2" charset="-127"/>
              </a:rPr>
              <a:t>plan 1</a:t>
            </a:r>
            <a:endParaRPr kumimoji="0" lang="ko-KR" altLang="en-US" sz="12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프리젠테이션 5 Medium" pitchFamily="2" charset="-127"/>
              <a:ea typeface="프리젠테이션 5 Medium" pitchFamily="2" charset="-127"/>
            </a:endParaRPr>
          </a:p>
        </p:txBody>
      </p:sp>
      <p:sp>
        <p:nvSpPr>
          <p:cNvPr id="285" name="TextBox 284">
            <a:extLst>
              <a:ext uri="{FF2B5EF4-FFF2-40B4-BE49-F238E27FC236}">
                <a16:creationId xmlns:a16="http://schemas.microsoft.com/office/drawing/2014/main" id="{DAC8E810-65BF-43FE-A85F-FE897743CD1D}"/>
              </a:ext>
            </a:extLst>
          </p:cNvPr>
          <p:cNvSpPr txBox="1"/>
          <p:nvPr/>
        </p:nvSpPr>
        <p:spPr>
          <a:xfrm>
            <a:off x="10442603" y="6210313"/>
            <a:ext cx="1296000" cy="252000"/>
          </a:xfrm>
          <a:prstGeom prst="rect">
            <a:avLst/>
          </a:prstGeom>
          <a:solidFill>
            <a:schemeClr val="bg1"/>
          </a:solidFill>
          <a:ln>
            <a:solidFill>
              <a:sysClr val="windowText" lastClr="000000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marL="0" marR="0" lvl="0" indent="0" algn="ctr" defTabSz="914313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200" kern="0" dirty="0">
                <a:solidFill>
                  <a:prstClr val="black"/>
                </a:solidFill>
                <a:latin typeface="프리젠테이션 6 SemiBold" pitchFamily="2" charset="-127"/>
                <a:ea typeface="프리젠테이션 6 SemiBold" pitchFamily="2" charset="-127"/>
              </a:rPr>
              <a:t>Problem generator</a:t>
            </a:r>
            <a:endParaRPr kumimoji="0" lang="ko-KR" altLang="en-US" sz="12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프리젠테이션 6 SemiBold" pitchFamily="2" charset="-127"/>
              <a:ea typeface="프리젠테이션 6 SemiBold" pitchFamily="2" charset="-127"/>
            </a:endParaRPr>
          </a:p>
        </p:txBody>
      </p:sp>
      <p:sp>
        <p:nvSpPr>
          <p:cNvPr id="298" name="TextBox 297">
            <a:extLst>
              <a:ext uri="{FF2B5EF4-FFF2-40B4-BE49-F238E27FC236}">
                <a16:creationId xmlns:a16="http://schemas.microsoft.com/office/drawing/2014/main" id="{C07FADF5-4302-42A1-AB06-BF4F4BA842EF}"/>
              </a:ext>
            </a:extLst>
          </p:cNvPr>
          <p:cNvSpPr txBox="1"/>
          <p:nvPr/>
        </p:nvSpPr>
        <p:spPr>
          <a:xfrm>
            <a:off x="12785202" y="6210313"/>
            <a:ext cx="972000" cy="252000"/>
          </a:xfrm>
          <a:prstGeom prst="rect">
            <a:avLst/>
          </a:prstGeom>
          <a:solidFill>
            <a:schemeClr val="bg1"/>
          </a:solidFill>
          <a:ln>
            <a:solidFill>
              <a:sysClr val="windowText" lastClr="000000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marL="0" marR="0" lvl="0" indent="0" algn="ctr" defTabSz="914313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200" kern="0" dirty="0">
                <a:solidFill>
                  <a:prstClr val="black"/>
                </a:solidFill>
                <a:latin typeface="프리젠테이션 6 SemiBold" pitchFamily="2" charset="-127"/>
                <a:ea typeface="프리젠테이션 6 SemiBold" pitchFamily="2" charset="-127"/>
              </a:rPr>
              <a:t>Plan executor</a:t>
            </a:r>
            <a:endParaRPr kumimoji="0" lang="ko-KR" altLang="en-US" sz="12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프리젠테이션 6 SemiBold" pitchFamily="2" charset="-127"/>
              <a:ea typeface="프리젠테이션 6 SemiBold" pitchFamily="2" charset="-127"/>
            </a:endParaRPr>
          </a:p>
        </p:txBody>
      </p:sp>
      <p:sp>
        <p:nvSpPr>
          <p:cNvPr id="283" name="TextBox 282">
            <a:extLst>
              <a:ext uri="{FF2B5EF4-FFF2-40B4-BE49-F238E27FC236}">
                <a16:creationId xmlns:a16="http://schemas.microsoft.com/office/drawing/2014/main" id="{020F47DC-C116-4416-8937-085F841930EC}"/>
              </a:ext>
            </a:extLst>
          </p:cNvPr>
          <p:cNvSpPr txBox="1"/>
          <p:nvPr/>
        </p:nvSpPr>
        <p:spPr>
          <a:xfrm>
            <a:off x="11829902" y="6210313"/>
            <a:ext cx="864000" cy="252000"/>
          </a:xfrm>
          <a:prstGeom prst="rect">
            <a:avLst/>
          </a:prstGeom>
          <a:solidFill>
            <a:schemeClr val="bg1"/>
          </a:solidFill>
          <a:ln>
            <a:solidFill>
              <a:sysClr val="windowText" lastClr="000000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marL="0" marR="0" lvl="0" indent="0" algn="ctr" defTabSz="914313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200" kern="0" dirty="0">
                <a:solidFill>
                  <a:prstClr val="black"/>
                </a:solidFill>
                <a:latin typeface="프리젠테이션 6 SemiBold" pitchFamily="2" charset="-127"/>
                <a:ea typeface="프리젠테이션 6 SemiBold" pitchFamily="2" charset="-127"/>
              </a:rPr>
              <a:t>PDDL solver</a:t>
            </a:r>
            <a:endParaRPr kumimoji="0" lang="ko-KR" altLang="en-US" sz="12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프리젠테이션 6 SemiBold" pitchFamily="2" charset="-127"/>
              <a:ea typeface="프리젠테이션 6 SemiBold" pitchFamily="2" charset="-127"/>
            </a:endParaRPr>
          </a:p>
        </p:txBody>
      </p:sp>
      <p:pic>
        <p:nvPicPr>
          <p:cNvPr id="3" name="그래픽 2">
            <a:extLst>
              <a:ext uri="{FF2B5EF4-FFF2-40B4-BE49-F238E27FC236}">
                <a16:creationId xmlns:a16="http://schemas.microsoft.com/office/drawing/2014/main" id="{A097E008-5A70-4A01-8B1E-6603A086261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225476" y="2270237"/>
            <a:ext cx="252000" cy="252000"/>
          </a:xfrm>
          <a:prstGeom prst="rect">
            <a:avLst/>
          </a:prstGeom>
        </p:spPr>
      </p:pic>
      <p:pic>
        <p:nvPicPr>
          <p:cNvPr id="6" name="그래픽 5">
            <a:extLst>
              <a:ext uri="{FF2B5EF4-FFF2-40B4-BE49-F238E27FC236}">
                <a16:creationId xmlns:a16="http://schemas.microsoft.com/office/drawing/2014/main" id="{0689D80C-675A-4AC6-B73D-DD731503269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069102" y="4370959"/>
            <a:ext cx="180000" cy="180000"/>
          </a:xfrm>
          <a:prstGeom prst="rect">
            <a:avLst/>
          </a:prstGeom>
        </p:spPr>
      </p:pic>
      <p:pic>
        <p:nvPicPr>
          <p:cNvPr id="8" name="그래픽 7">
            <a:extLst>
              <a:ext uri="{FF2B5EF4-FFF2-40B4-BE49-F238E27FC236}">
                <a16:creationId xmlns:a16="http://schemas.microsoft.com/office/drawing/2014/main" id="{98807B42-6817-48F3-BD3F-EC6AEBE44A11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667845" y="2254492"/>
            <a:ext cx="227676" cy="216000"/>
          </a:xfrm>
          <a:prstGeom prst="rect">
            <a:avLst/>
          </a:prstGeom>
        </p:spPr>
      </p:pic>
      <p:pic>
        <p:nvPicPr>
          <p:cNvPr id="10" name="그래픽 9">
            <a:extLst>
              <a:ext uri="{FF2B5EF4-FFF2-40B4-BE49-F238E27FC236}">
                <a16:creationId xmlns:a16="http://schemas.microsoft.com/office/drawing/2014/main" id="{FD46FFF3-AD70-463C-946D-BB1E209189A4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0706405" y="3066564"/>
            <a:ext cx="180000" cy="180000"/>
          </a:xfrm>
          <a:prstGeom prst="rect">
            <a:avLst/>
          </a:prstGeom>
        </p:spPr>
      </p:pic>
      <p:pic>
        <p:nvPicPr>
          <p:cNvPr id="171" name="그래픽 170">
            <a:extLst>
              <a:ext uri="{FF2B5EF4-FFF2-40B4-BE49-F238E27FC236}">
                <a16:creationId xmlns:a16="http://schemas.microsoft.com/office/drawing/2014/main" id="{26824132-4DE4-484B-84DB-3D97486013AC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0691683" y="2547406"/>
            <a:ext cx="180000" cy="180000"/>
          </a:xfrm>
          <a:prstGeom prst="rect">
            <a:avLst/>
          </a:prstGeom>
        </p:spPr>
      </p:pic>
      <p:pic>
        <p:nvPicPr>
          <p:cNvPr id="174" name="그래픽 173">
            <a:extLst>
              <a:ext uri="{FF2B5EF4-FFF2-40B4-BE49-F238E27FC236}">
                <a16:creationId xmlns:a16="http://schemas.microsoft.com/office/drawing/2014/main" id="{190E4D55-3182-4C26-905B-D2E4AAEB7369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8792028" y="4606912"/>
            <a:ext cx="180000" cy="180000"/>
          </a:xfrm>
          <a:prstGeom prst="rect">
            <a:avLst/>
          </a:prstGeom>
        </p:spPr>
      </p:pic>
      <p:pic>
        <p:nvPicPr>
          <p:cNvPr id="179" name="그래픽 178">
            <a:extLst>
              <a:ext uri="{FF2B5EF4-FFF2-40B4-BE49-F238E27FC236}">
                <a16:creationId xmlns:a16="http://schemas.microsoft.com/office/drawing/2014/main" id="{30104BC4-5389-4C6B-B571-77E547D1E74C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8915018" y="7386124"/>
            <a:ext cx="180000" cy="180000"/>
          </a:xfrm>
          <a:prstGeom prst="rect">
            <a:avLst/>
          </a:prstGeom>
        </p:spPr>
      </p:pic>
      <p:pic>
        <p:nvPicPr>
          <p:cNvPr id="180" name="그래픽 179">
            <a:extLst>
              <a:ext uri="{FF2B5EF4-FFF2-40B4-BE49-F238E27FC236}">
                <a16:creationId xmlns:a16="http://schemas.microsoft.com/office/drawing/2014/main" id="{B3A58EFB-986D-45C5-9EC7-C7BF484839DC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1594047" y="7370120"/>
            <a:ext cx="180000" cy="180000"/>
          </a:xfrm>
          <a:prstGeom prst="rect">
            <a:avLst/>
          </a:prstGeom>
        </p:spPr>
      </p:pic>
      <p:pic>
        <p:nvPicPr>
          <p:cNvPr id="12" name="그래픽 11">
            <a:extLst>
              <a:ext uri="{FF2B5EF4-FFF2-40B4-BE49-F238E27FC236}">
                <a16:creationId xmlns:a16="http://schemas.microsoft.com/office/drawing/2014/main" id="{7D7BA815-6005-46F8-9A4B-1C6EF6ACD02B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1541348" y="2261692"/>
            <a:ext cx="201600" cy="201600"/>
          </a:xfrm>
          <a:prstGeom prst="rect">
            <a:avLst/>
          </a:prstGeom>
        </p:spPr>
      </p:pic>
      <p:pic>
        <p:nvPicPr>
          <p:cNvPr id="181" name="그래픽 180">
            <a:extLst>
              <a:ext uri="{FF2B5EF4-FFF2-40B4-BE49-F238E27FC236}">
                <a16:creationId xmlns:a16="http://schemas.microsoft.com/office/drawing/2014/main" id="{5F1B2238-763F-450E-9EFF-73B2F4FA1684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3363737" y="3453117"/>
            <a:ext cx="180000" cy="180000"/>
          </a:xfrm>
          <a:prstGeom prst="rect">
            <a:avLst/>
          </a:prstGeom>
        </p:spPr>
      </p:pic>
      <p:pic>
        <p:nvPicPr>
          <p:cNvPr id="186" name="그래픽 185">
            <a:extLst>
              <a:ext uri="{FF2B5EF4-FFF2-40B4-BE49-F238E27FC236}">
                <a16:creationId xmlns:a16="http://schemas.microsoft.com/office/drawing/2014/main" id="{6ECE325A-6307-49E8-A547-B05F774C5554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6920920" y="3453117"/>
            <a:ext cx="180000" cy="180000"/>
          </a:xfrm>
          <a:prstGeom prst="rect">
            <a:avLst/>
          </a:prstGeom>
        </p:spPr>
      </p:pic>
      <p:pic>
        <p:nvPicPr>
          <p:cNvPr id="189" name="그래픽 188">
            <a:extLst>
              <a:ext uri="{FF2B5EF4-FFF2-40B4-BE49-F238E27FC236}">
                <a16:creationId xmlns:a16="http://schemas.microsoft.com/office/drawing/2014/main" id="{1C657512-D8EE-4C5B-A3C1-B8D7FA8225FD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3363737" y="6212644"/>
            <a:ext cx="180000" cy="180000"/>
          </a:xfrm>
          <a:prstGeom prst="rect">
            <a:avLst/>
          </a:prstGeom>
        </p:spPr>
      </p:pic>
      <p:pic>
        <p:nvPicPr>
          <p:cNvPr id="190" name="그래픽 189">
            <a:extLst>
              <a:ext uri="{FF2B5EF4-FFF2-40B4-BE49-F238E27FC236}">
                <a16:creationId xmlns:a16="http://schemas.microsoft.com/office/drawing/2014/main" id="{84BDE7F8-36A0-4186-85DF-F249D3AADD08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7199005" y="6212644"/>
            <a:ext cx="180000" cy="180000"/>
          </a:xfrm>
          <a:prstGeom prst="rect">
            <a:avLst/>
          </a:prstGeom>
        </p:spPr>
      </p:pic>
      <p:pic>
        <p:nvPicPr>
          <p:cNvPr id="15" name="그래픽 14">
            <a:extLst>
              <a:ext uri="{FF2B5EF4-FFF2-40B4-BE49-F238E27FC236}">
                <a16:creationId xmlns:a16="http://schemas.microsoft.com/office/drawing/2014/main" id="{D3883B08-FA73-4BE2-9505-24D93A5D9979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11541348" y="2536606"/>
            <a:ext cx="201600" cy="201600"/>
          </a:xfrm>
          <a:prstGeom prst="rect">
            <a:avLst/>
          </a:prstGeom>
        </p:spPr>
      </p:pic>
      <p:pic>
        <p:nvPicPr>
          <p:cNvPr id="191" name="그래픽 190">
            <a:extLst>
              <a:ext uri="{FF2B5EF4-FFF2-40B4-BE49-F238E27FC236}">
                <a16:creationId xmlns:a16="http://schemas.microsoft.com/office/drawing/2014/main" id="{B8497788-C5A7-49E9-9ACB-3345D330CDA6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3363737" y="3886844"/>
            <a:ext cx="180000" cy="180000"/>
          </a:xfrm>
          <a:prstGeom prst="rect">
            <a:avLst/>
          </a:prstGeom>
        </p:spPr>
      </p:pic>
      <p:pic>
        <p:nvPicPr>
          <p:cNvPr id="192" name="그래픽 191">
            <a:extLst>
              <a:ext uri="{FF2B5EF4-FFF2-40B4-BE49-F238E27FC236}">
                <a16:creationId xmlns:a16="http://schemas.microsoft.com/office/drawing/2014/main" id="{6914DE9A-A2B8-4E60-A947-6C50DF32C15F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6920920" y="3886844"/>
            <a:ext cx="180000" cy="180000"/>
          </a:xfrm>
          <a:prstGeom prst="rect">
            <a:avLst/>
          </a:prstGeom>
        </p:spPr>
      </p:pic>
      <p:pic>
        <p:nvPicPr>
          <p:cNvPr id="199" name="그래픽 198">
            <a:extLst>
              <a:ext uri="{FF2B5EF4-FFF2-40B4-BE49-F238E27FC236}">
                <a16:creationId xmlns:a16="http://schemas.microsoft.com/office/drawing/2014/main" id="{A063EAB2-24F9-46E2-A85D-0819EACB9BBD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3363737" y="6676140"/>
            <a:ext cx="180000" cy="180000"/>
          </a:xfrm>
          <a:prstGeom prst="rect">
            <a:avLst/>
          </a:prstGeom>
        </p:spPr>
      </p:pic>
      <p:pic>
        <p:nvPicPr>
          <p:cNvPr id="200" name="그래픽 199">
            <a:extLst>
              <a:ext uri="{FF2B5EF4-FFF2-40B4-BE49-F238E27FC236}">
                <a16:creationId xmlns:a16="http://schemas.microsoft.com/office/drawing/2014/main" id="{8C3E632F-8BFC-4187-8711-093D5582CEC5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7199005" y="6676140"/>
            <a:ext cx="180000" cy="180000"/>
          </a:xfrm>
          <a:prstGeom prst="rect">
            <a:avLst/>
          </a:prstGeom>
        </p:spPr>
      </p:pic>
      <p:pic>
        <p:nvPicPr>
          <p:cNvPr id="18" name="그래픽 17">
            <a:extLst>
              <a:ext uri="{FF2B5EF4-FFF2-40B4-BE49-F238E27FC236}">
                <a16:creationId xmlns:a16="http://schemas.microsoft.com/office/drawing/2014/main" id="{4846B4DE-12E9-4927-8055-5A524D7BF92F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13042227" y="2261692"/>
            <a:ext cx="201600" cy="201600"/>
          </a:xfrm>
          <a:prstGeom prst="rect">
            <a:avLst/>
          </a:prstGeom>
        </p:spPr>
      </p:pic>
      <p:pic>
        <p:nvPicPr>
          <p:cNvPr id="201" name="그래픽 200">
            <a:extLst>
              <a:ext uri="{FF2B5EF4-FFF2-40B4-BE49-F238E27FC236}">
                <a16:creationId xmlns:a16="http://schemas.microsoft.com/office/drawing/2014/main" id="{83106EE6-9741-4271-96E9-809B0634C69C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3363737" y="4602265"/>
            <a:ext cx="180000" cy="180000"/>
          </a:xfrm>
          <a:prstGeom prst="rect">
            <a:avLst/>
          </a:prstGeom>
        </p:spPr>
      </p:pic>
      <p:pic>
        <p:nvPicPr>
          <p:cNvPr id="205" name="그래픽 204">
            <a:extLst>
              <a:ext uri="{FF2B5EF4-FFF2-40B4-BE49-F238E27FC236}">
                <a16:creationId xmlns:a16="http://schemas.microsoft.com/office/drawing/2014/main" id="{29BCB8C6-7BA1-4FE5-BCB0-85304D0ED97E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6920920" y="4602265"/>
            <a:ext cx="180000" cy="180000"/>
          </a:xfrm>
          <a:prstGeom prst="rect">
            <a:avLst/>
          </a:prstGeom>
        </p:spPr>
      </p:pic>
      <p:pic>
        <p:nvPicPr>
          <p:cNvPr id="206" name="그래픽 205">
            <a:extLst>
              <a:ext uri="{FF2B5EF4-FFF2-40B4-BE49-F238E27FC236}">
                <a16:creationId xmlns:a16="http://schemas.microsoft.com/office/drawing/2014/main" id="{CC1B9E12-64E8-418D-941F-B4FB1A7F6CA9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3363737" y="7368124"/>
            <a:ext cx="180000" cy="180000"/>
          </a:xfrm>
          <a:prstGeom prst="rect">
            <a:avLst/>
          </a:prstGeom>
        </p:spPr>
      </p:pic>
      <p:pic>
        <p:nvPicPr>
          <p:cNvPr id="207" name="그래픽 206">
            <a:extLst>
              <a:ext uri="{FF2B5EF4-FFF2-40B4-BE49-F238E27FC236}">
                <a16:creationId xmlns:a16="http://schemas.microsoft.com/office/drawing/2014/main" id="{6F69911A-707A-45E9-92F7-927F5969102F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7199005" y="7368124"/>
            <a:ext cx="180000" cy="180000"/>
          </a:xfrm>
          <a:prstGeom prst="rect">
            <a:avLst/>
          </a:prstGeom>
        </p:spPr>
      </p:pic>
      <p:pic>
        <p:nvPicPr>
          <p:cNvPr id="20" name="그래픽 19">
            <a:extLst>
              <a:ext uri="{FF2B5EF4-FFF2-40B4-BE49-F238E27FC236}">
                <a16:creationId xmlns:a16="http://schemas.microsoft.com/office/drawing/2014/main" id="{40AE6F15-ACD8-4171-9FFE-A292CB3EDA7C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13042227" y="2536606"/>
            <a:ext cx="201600" cy="201600"/>
          </a:xfrm>
          <a:prstGeom prst="rect">
            <a:avLst/>
          </a:prstGeom>
        </p:spPr>
      </p:pic>
      <p:pic>
        <p:nvPicPr>
          <p:cNvPr id="208" name="그래픽 207">
            <a:extLst>
              <a:ext uri="{FF2B5EF4-FFF2-40B4-BE49-F238E27FC236}">
                <a16:creationId xmlns:a16="http://schemas.microsoft.com/office/drawing/2014/main" id="{9F07AE8A-57A7-44FD-9F88-B7BB06CD1383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4836979" y="4370959"/>
            <a:ext cx="180000" cy="180000"/>
          </a:xfrm>
          <a:prstGeom prst="rect">
            <a:avLst/>
          </a:prstGeom>
        </p:spPr>
      </p:pic>
      <p:pic>
        <p:nvPicPr>
          <p:cNvPr id="209" name="그래픽 208">
            <a:extLst>
              <a:ext uri="{FF2B5EF4-FFF2-40B4-BE49-F238E27FC236}">
                <a16:creationId xmlns:a16="http://schemas.microsoft.com/office/drawing/2014/main" id="{948B309F-F4C9-4D42-B6B0-4D6E31D51A35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4836979" y="4676224"/>
            <a:ext cx="180000" cy="180000"/>
          </a:xfrm>
          <a:prstGeom prst="rect">
            <a:avLst/>
          </a:prstGeom>
        </p:spPr>
      </p:pic>
      <p:pic>
        <p:nvPicPr>
          <p:cNvPr id="210" name="그래픽 209">
            <a:extLst>
              <a:ext uri="{FF2B5EF4-FFF2-40B4-BE49-F238E27FC236}">
                <a16:creationId xmlns:a16="http://schemas.microsoft.com/office/drawing/2014/main" id="{49245670-2F3E-4292-8AAE-26E8862ABEF8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4836979" y="4981489"/>
            <a:ext cx="180000" cy="180000"/>
          </a:xfrm>
          <a:prstGeom prst="rect">
            <a:avLst/>
          </a:prstGeom>
        </p:spPr>
      </p:pic>
      <p:pic>
        <p:nvPicPr>
          <p:cNvPr id="211" name="그래픽 210">
            <a:extLst>
              <a:ext uri="{FF2B5EF4-FFF2-40B4-BE49-F238E27FC236}">
                <a16:creationId xmlns:a16="http://schemas.microsoft.com/office/drawing/2014/main" id="{ED3C4EEB-47FD-4282-9ACB-8135927C4345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4922836" y="7386124"/>
            <a:ext cx="180000" cy="180000"/>
          </a:xfrm>
          <a:prstGeom prst="rect">
            <a:avLst/>
          </a:prstGeom>
        </p:spPr>
      </p:pic>
      <p:pic>
        <p:nvPicPr>
          <p:cNvPr id="212" name="그래픽 211">
            <a:extLst>
              <a:ext uri="{FF2B5EF4-FFF2-40B4-BE49-F238E27FC236}">
                <a16:creationId xmlns:a16="http://schemas.microsoft.com/office/drawing/2014/main" id="{9BAF696B-112F-4B52-B8EE-51B076CB02A5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4922836" y="7703794"/>
            <a:ext cx="180000" cy="180000"/>
          </a:xfrm>
          <a:prstGeom prst="rect">
            <a:avLst/>
          </a:prstGeom>
        </p:spPr>
      </p:pic>
      <p:pic>
        <p:nvPicPr>
          <p:cNvPr id="213" name="그래픽 212">
            <a:extLst>
              <a:ext uri="{FF2B5EF4-FFF2-40B4-BE49-F238E27FC236}">
                <a16:creationId xmlns:a16="http://schemas.microsoft.com/office/drawing/2014/main" id="{C8EC0735-FB15-456C-827A-41001E71BB97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8671130" y="7386124"/>
            <a:ext cx="180000" cy="180000"/>
          </a:xfrm>
          <a:prstGeom prst="rect">
            <a:avLst/>
          </a:prstGeom>
        </p:spPr>
      </p:pic>
      <p:pic>
        <p:nvPicPr>
          <p:cNvPr id="214" name="그래픽 213">
            <a:extLst>
              <a:ext uri="{FF2B5EF4-FFF2-40B4-BE49-F238E27FC236}">
                <a16:creationId xmlns:a16="http://schemas.microsoft.com/office/drawing/2014/main" id="{72A01294-4236-4AFA-BA73-3B031F5DC068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8671130" y="7703794"/>
            <a:ext cx="180000" cy="180000"/>
          </a:xfrm>
          <a:prstGeom prst="rect">
            <a:avLst/>
          </a:prstGeom>
        </p:spPr>
      </p:pic>
      <p:pic>
        <p:nvPicPr>
          <p:cNvPr id="215" name="그래픽 214">
            <a:extLst>
              <a:ext uri="{FF2B5EF4-FFF2-40B4-BE49-F238E27FC236}">
                <a16:creationId xmlns:a16="http://schemas.microsoft.com/office/drawing/2014/main" id="{87A8374C-25FD-484E-B4CE-A3F96568EFA1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8558785" y="4606912"/>
            <a:ext cx="180000" cy="180000"/>
          </a:xfrm>
          <a:prstGeom prst="rect">
            <a:avLst/>
          </a:prstGeom>
        </p:spPr>
      </p:pic>
      <p:pic>
        <p:nvPicPr>
          <p:cNvPr id="216" name="그래픽 215">
            <a:extLst>
              <a:ext uri="{FF2B5EF4-FFF2-40B4-BE49-F238E27FC236}">
                <a16:creationId xmlns:a16="http://schemas.microsoft.com/office/drawing/2014/main" id="{05E85F01-9D22-4E71-9DFB-8ACBAAE29FC6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8558785" y="4954302"/>
            <a:ext cx="180000" cy="180000"/>
          </a:xfrm>
          <a:prstGeom prst="rect">
            <a:avLst/>
          </a:prstGeom>
        </p:spPr>
      </p:pic>
      <p:pic>
        <p:nvPicPr>
          <p:cNvPr id="217" name="그래픽 216">
            <a:extLst>
              <a:ext uri="{FF2B5EF4-FFF2-40B4-BE49-F238E27FC236}">
                <a16:creationId xmlns:a16="http://schemas.microsoft.com/office/drawing/2014/main" id="{15E3A19B-9E5E-4EAC-964E-CC83C152CC0D}"/>
              </a:ext>
            </a:extLst>
          </p:cNvPr>
          <p:cNvPicPr>
            <a:picLocks noChangeAspect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8915018" y="7703794"/>
            <a:ext cx="180000" cy="180000"/>
          </a:xfrm>
          <a:prstGeom prst="rect">
            <a:avLst/>
          </a:prstGeom>
        </p:spPr>
      </p:pic>
      <p:pic>
        <p:nvPicPr>
          <p:cNvPr id="26" name="그래픽 25">
            <a:extLst>
              <a:ext uri="{FF2B5EF4-FFF2-40B4-BE49-F238E27FC236}">
                <a16:creationId xmlns:a16="http://schemas.microsoft.com/office/drawing/2014/main" id="{17DD83B1-D45A-44BF-8242-BB9ADCCB2D7F}"/>
              </a:ext>
            </a:extLst>
          </p:cNvPr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0"/>
              </a:ext>
            </a:extLst>
          </a:blip>
          <a:srcRect/>
          <a:stretch/>
        </p:blipFill>
        <p:spPr>
          <a:xfrm>
            <a:off x="13177995" y="3844323"/>
            <a:ext cx="1049740" cy="1044000"/>
          </a:xfrm>
          <a:prstGeom prst="rect">
            <a:avLst/>
          </a:prstGeom>
        </p:spPr>
      </p:pic>
      <p:pic>
        <p:nvPicPr>
          <p:cNvPr id="29" name="그래픽 28">
            <a:extLst>
              <a:ext uri="{FF2B5EF4-FFF2-40B4-BE49-F238E27FC236}">
                <a16:creationId xmlns:a16="http://schemas.microsoft.com/office/drawing/2014/main" id="{99DE6D0E-DE87-4219-8067-A4F5E2D445E3}"/>
              </a:ext>
            </a:extLst>
          </p:cNvPr>
          <p:cNvPicPr>
            <a:picLocks noChangeAspect="1"/>
          </p:cNvPicPr>
          <p:nvPr/>
        </p:nvPicPr>
        <p:blipFill>
          <a:blip r:embed="rId2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2"/>
              </a:ext>
            </a:extLst>
          </a:blip>
          <a:srcRect/>
          <a:stretch/>
        </p:blipFill>
        <p:spPr>
          <a:xfrm>
            <a:off x="3898942" y="2845266"/>
            <a:ext cx="227675" cy="216000"/>
          </a:xfrm>
          <a:prstGeom prst="rect">
            <a:avLst/>
          </a:prstGeom>
        </p:spPr>
      </p:pic>
      <p:pic>
        <p:nvPicPr>
          <p:cNvPr id="219" name="그래픽 218">
            <a:extLst>
              <a:ext uri="{FF2B5EF4-FFF2-40B4-BE49-F238E27FC236}">
                <a16:creationId xmlns:a16="http://schemas.microsoft.com/office/drawing/2014/main" id="{3BD05B95-C9DE-4ADB-AF09-69B477568666}"/>
              </a:ext>
            </a:extLst>
          </p:cNvPr>
          <p:cNvPicPr>
            <a:picLocks noChangeAspect="1"/>
          </p:cNvPicPr>
          <p:nvPr/>
        </p:nvPicPr>
        <p:blipFill>
          <a:blip r:embed="rId2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2"/>
              </a:ext>
            </a:extLst>
          </a:blip>
          <a:srcRect/>
          <a:stretch/>
        </p:blipFill>
        <p:spPr>
          <a:xfrm>
            <a:off x="8787163" y="4954302"/>
            <a:ext cx="189729" cy="180000"/>
          </a:xfrm>
          <a:prstGeom prst="rect">
            <a:avLst/>
          </a:prstGeom>
        </p:spPr>
      </p:pic>
      <p:pic>
        <p:nvPicPr>
          <p:cNvPr id="220" name="그래픽 219">
            <a:extLst>
              <a:ext uri="{FF2B5EF4-FFF2-40B4-BE49-F238E27FC236}">
                <a16:creationId xmlns:a16="http://schemas.microsoft.com/office/drawing/2014/main" id="{4A6E76E8-E27B-4A2A-97F7-11239A8A50C5}"/>
              </a:ext>
            </a:extLst>
          </p:cNvPr>
          <p:cNvPicPr>
            <a:picLocks noChangeAspect="1"/>
          </p:cNvPicPr>
          <p:nvPr/>
        </p:nvPicPr>
        <p:blipFill>
          <a:blip r:embed="rId2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2"/>
              </a:ext>
            </a:extLst>
          </a:blip>
          <a:srcRect/>
          <a:stretch/>
        </p:blipFill>
        <p:spPr>
          <a:xfrm>
            <a:off x="5148208" y="7386124"/>
            <a:ext cx="189729" cy="180000"/>
          </a:xfrm>
          <a:prstGeom prst="rect">
            <a:avLst/>
          </a:prstGeom>
        </p:spPr>
      </p:pic>
      <p:pic>
        <p:nvPicPr>
          <p:cNvPr id="31" name="그래픽 30">
            <a:extLst>
              <a:ext uri="{FF2B5EF4-FFF2-40B4-BE49-F238E27FC236}">
                <a16:creationId xmlns:a16="http://schemas.microsoft.com/office/drawing/2014/main" id="{F9C42F74-7DB6-472A-9C69-2C211911B2B0}"/>
              </a:ext>
            </a:extLst>
          </p:cNvPr>
          <p:cNvPicPr>
            <a:picLocks noChangeAspect="1"/>
          </p:cNvPicPr>
          <p:nvPr/>
        </p:nvPicPr>
        <p:blipFill>
          <a:blip r:embed="rId2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4"/>
              </a:ext>
            </a:extLst>
          </a:blip>
          <a:srcRect/>
          <a:stretch/>
        </p:blipFill>
        <p:spPr>
          <a:xfrm>
            <a:off x="7756851" y="2845266"/>
            <a:ext cx="227675" cy="216000"/>
          </a:xfrm>
          <a:prstGeom prst="rect">
            <a:avLst/>
          </a:prstGeom>
        </p:spPr>
      </p:pic>
      <p:pic>
        <p:nvPicPr>
          <p:cNvPr id="223" name="그래픽 222">
            <a:extLst>
              <a:ext uri="{FF2B5EF4-FFF2-40B4-BE49-F238E27FC236}">
                <a16:creationId xmlns:a16="http://schemas.microsoft.com/office/drawing/2014/main" id="{1BA6C5A2-BA05-4AC8-953E-0A632A75F23F}"/>
              </a:ext>
            </a:extLst>
          </p:cNvPr>
          <p:cNvPicPr>
            <a:picLocks noChangeAspect="1"/>
          </p:cNvPicPr>
          <p:nvPr/>
        </p:nvPicPr>
        <p:blipFill>
          <a:blip r:embed="rId2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4"/>
              </a:ext>
            </a:extLst>
          </a:blip>
          <a:srcRect/>
          <a:stretch/>
        </p:blipFill>
        <p:spPr>
          <a:xfrm>
            <a:off x="5064237" y="4676224"/>
            <a:ext cx="189729" cy="180000"/>
          </a:xfrm>
          <a:prstGeom prst="rect">
            <a:avLst/>
          </a:prstGeom>
        </p:spPr>
      </p:pic>
      <p:pic>
        <p:nvPicPr>
          <p:cNvPr id="33" name="그래픽 32">
            <a:extLst>
              <a:ext uri="{FF2B5EF4-FFF2-40B4-BE49-F238E27FC236}">
                <a16:creationId xmlns:a16="http://schemas.microsoft.com/office/drawing/2014/main" id="{2AD8BA44-DF00-4987-8D09-08443BE5031B}"/>
              </a:ext>
            </a:extLst>
          </p:cNvPr>
          <p:cNvPicPr>
            <a:picLocks noChangeAspect="1"/>
          </p:cNvPicPr>
          <p:nvPr/>
        </p:nvPicPr>
        <p:blipFill>
          <a:blip r:embed="rId2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6"/>
              </a:ext>
            </a:extLst>
          </a:blip>
          <a:stretch>
            <a:fillRect/>
          </a:stretch>
        </p:blipFill>
        <p:spPr>
          <a:xfrm>
            <a:off x="4144275" y="5628898"/>
            <a:ext cx="227676" cy="216000"/>
          </a:xfrm>
          <a:prstGeom prst="rect">
            <a:avLst/>
          </a:prstGeom>
        </p:spPr>
      </p:pic>
      <p:pic>
        <p:nvPicPr>
          <p:cNvPr id="236" name="그래픽 235">
            <a:extLst>
              <a:ext uri="{FF2B5EF4-FFF2-40B4-BE49-F238E27FC236}">
                <a16:creationId xmlns:a16="http://schemas.microsoft.com/office/drawing/2014/main" id="{210D7964-BA6A-4972-B7E8-772837426BFF}"/>
              </a:ext>
            </a:extLst>
          </p:cNvPr>
          <p:cNvPicPr>
            <a:picLocks noChangeAspect="1"/>
          </p:cNvPicPr>
          <p:nvPr/>
        </p:nvPicPr>
        <p:blipFill>
          <a:blip r:embed="rId2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6"/>
              </a:ext>
            </a:extLst>
          </a:blip>
          <a:stretch>
            <a:fillRect/>
          </a:stretch>
        </p:blipFill>
        <p:spPr>
          <a:xfrm>
            <a:off x="5064237" y="4981489"/>
            <a:ext cx="189730" cy="180000"/>
          </a:xfrm>
          <a:prstGeom prst="rect">
            <a:avLst/>
          </a:prstGeom>
        </p:spPr>
      </p:pic>
      <p:pic>
        <p:nvPicPr>
          <p:cNvPr id="35" name="그래픽 34">
            <a:extLst>
              <a:ext uri="{FF2B5EF4-FFF2-40B4-BE49-F238E27FC236}">
                <a16:creationId xmlns:a16="http://schemas.microsoft.com/office/drawing/2014/main" id="{EC6ACC28-671A-4A22-9BE6-F4E399503CD9}"/>
              </a:ext>
            </a:extLst>
          </p:cNvPr>
          <p:cNvPicPr>
            <a:picLocks noChangeAspect="1"/>
          </p:cNvPicPr>
          <p:nvPr/>
        </p:nvPicPr>
        <p:blipFill>
          <a:blip r:embed="rId2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8"/>
              </a:ext>
            </a:extLst>
          </a:blip>
          <a:stretch>
            <a:fillRect/>
          </a:stretch>
        </p:blipFill>
        <p:spPr>
          <a:xfrm>
            <a:off x="7613780" y="5628898"/>
            <a:ext cx="227676" cy="216000"/>
          </a:xfrm>
          <a:prstGeom prst="rect">
            <a:avLst/>
          </a:prstGeom>
        </p:spPr>
      </p:pic>
      <p:pic>
        <p:nvPicPr>
          <p:cNvPr id="237" name="그래픽 236">
            <a:extLst>
              <a:ext uri="{FF2B5EF4-FFF2-40B4-BE49-F238E27FC236}">
                <a16:creationId xmlns:a16="http://schemas.microsoft.com/office/drawing/2014/main" id="{673F55CB-12D3-4A51-8744-A7EBD6F885D0}"/>
              </a:ext>
            </a:extLst>
          </p:cNvPr>
          <p:cNvPicPr>
            <a:picLocks noChangeAspect="1"/>
          </p:cNvPicPr>
          <p:nvPr/>
        </p:nvPicPr>
        <p:blipFill>
          <a:blip r:embed="rId2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8"/>
              </a:ext>
            </a:extLst>
          </a:blip>
          <a:stretch>
            <a:fillRect/>
          </a:stretch>
        </p:blipFill>
        <p:spPr>
          <a:xfrm>
            <a:off x="5148208" y="7703794"/>
            <a:ext cx="189730" cy="180000"/>
          </a:xfrm>
          <a:prstGeom prst="rect">
            <a:avLst/>
          </a:prstGeom>
        </p:spPr>
      </p:pic>
      <p:pic>
        <p:nvPicPr>
          <p:cNvPr id="4" name="그래픽 3">
            <a:extLst>
              <a:ext uri="{FF2B5EF4-FFF2-40B4-BE49-F238E27FC236}">
                <a16:creationId xmlns:a16="http://schemas.microsoft.com/office/drawing/2014/main" id="{356362B0-6F46-41E3-9568-F085BA74F514}"/>
              </a:ext>
            </a:extLst>
          </p:cNvPr>
          <p:cNvPicPr>
            <a:picLocks noChangeAspect="1"/>
          </p:cNvPicPr>
          <p:nvPr/>
        </p:nvPicPr>
        <p:blipFill>
          <a:blip r:embed="rId2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0"/>
              </a:ext>
            </a:extLst>
          </a:blip>
          <a:stretch>
            <a:fillRect/>
          </a:stretch>
        </p:blipFill>
        <p:spPr>
          <a:xfrm>
            <a:off x="11883902" y="5810362"/>
            <a:ext cx="247033" cy="216000"/>
          </a:xfrm>
          <a:prstGeom prst="rect">
            <a:avLst/>
          </a:prstGeom>
        </p:spPr>
      </p:pic>
      <p:pic>
        <p:nvPicPr>
          <p:cNvPr id="164" name="그래픽 163">
            <a:extLst>
              <a:ext uri="{FF2B5EF4-FFF2-40B4-BE49-F238E27FC236}">
                <a16:creationId xmlns:a16="http://schemas.microsoft.com/office/drawing/2014/main" id="{27601417-0341-4BE6-BFFF-CD0F30AD64A0}"/>
              </a:ext>
            </a:extLst>
          </p:cNvPr>
          <p:cNvPicPr>
            <a:picLocks noChangeAspect="1"/>
          </p:cNvPicPr>
          <p:nvPr/>
        </p:nvPicPr>
        <p:blipFill>
          <a:blip r:embed="rId2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0"/>
              </a:ext>
            </a:extLst>
          </a:blip>
          <a:stretch>
            <a:fillRect/>
          </a:stretch>
        </p:blipFill>
        <p:spPr>
          <a:xfrm>
            <a:off x="11547700" y="6636559"/>
            <a:ext cx="247033" cy="216000"/>
          </a:xfrm>
          <a:prstGeom prst="rect">
            <a:avLst/>
          </a:prstGeom>
        </p:spPr>
      </p:pic>
      <p:pic>
        <p:nvPicPr>
          <p:cNvPr id="165" name="그래픽 164">
            <a:extLst>
              <a:ext uri="{FF2B5EF4-FFF2-40B4-BE49-F238E27FC236}">
                <a16:creationId xmlns:a16="http://schemas.microsoft.com/office/drawing/2014/main" id="{B6E9F4BC-8F0A-448D-91AB-917C77E8EC51}"/>
              </a:ext>
            </a:extLst>
          </p:cNvPr>
          <p:cNvPicPr>
            <a:picLocks noChangeAspect="1"/>
          </p:cNvPicPr>
          <p:nvPr/>
        </p:nvPicPr>
        <p:blipFill>
          <a:blip r:embed="rId2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0"/>
              </a:ext>
            </a:extLst>
          </a:blip>
          <a:stretch>
            <a:fillRect/>
          </a:stretch>
        </p:blipFill>
        <p:spPr>
          <a:xfrm>
            <a:off x="11547700" y="7021371"/>
            <a:ext cx="247033" cy="216000"/>
          </a:xfrm>
          <a:prstGeom prst="rect">
            <a:avLst/>
          </a:prstGeom>
        </p:spPr>
      </p:pic>
      <p:pic>
        <p:nvPicPr>
          <p:cNvPr id="166" name="그래픽 165">
            <a:extLst>
              <a:ext uri="{FF2B5EF4-FFF2-40B4-BE49-F238E27FC236}">
                <a16:creationId xmlns:a16="http://schemas.microsoft.com/office/drawing/2014/main" id="{3BFC1F6A-B4E7-41E6-AB03-8563E19D1C9F}"/>
              </a:ext>
            </a:extLst>
          </p:cNvPr>
          <p:cNvPicPr>
            <a:picLocks noChangeAspect="1"/>
          </p:cNvPicPr>
          <p:nvPr/>
        </p:nvPicPr>
        <p:blipFill>
          <a:blip r:embed="rId2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0"/>
              </a:ext>
            </a:extLst>
          </a:blip>
          <a:stretch>
            <a:fillRect/>
          </a:stretch>
        </p:blipFill>
        <p:spPr>
          <a:xfrm>
            <a:off x="12795893" y="7021371"/>
            <a:ext cx="247033" cy="216000"/>
          </a:xfrm>
          <a:prstGeom prst="rect">
            <a:avLst/>
          </a:prstGeom>
        </p:spPr>
      </p:pic>
      <p:pic>
        <p:nvPicPr>
          <p:cNvPr id="167" name="그래픽 166">
            <a:extLst>
              <a:ext uri="{FF2B5EF4-FFF2-40B4-BE49-F238E27FC236}">
                <a16:creationId xmlns:a16="http://schemas.microsoft.com/office/drawing/2014/main" id="{5DCA2C5C-9B4C-4082-A7E7-45DEA59BBDB9}"/>
              </a:ext>
            </a:extLst>
          </p:cNvPr>
          <p:cNvPicPr>
            <a:picLocks noChangeAspect="1"/>
          </p:cNvPicPr>
          <p:nvPr/>
        </p:nvPicPr>
        <p:blipFill>
          <a:blip r:embed="rId2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0"/>
              </a:ext>
            </a:extLst>
          </a:blip>
          <a:stretch>
            <a:fillRect/>
          </a:stretch>
        </p:blipFill>
        <p:spPr>
          <a:xfrm>
            <a:off x="12795893" y="6636559"/>
            <a:ext cx="247033" cy="216000"/>
          </a:xfrm>
          <a:prstGeom prst="rect">
            <a:avLst/>
          </a:prstGeom>
        </p:spPr>
      </p:pic>
      <p:cxnSp>
        <p:nvCxnSpPr>
          <p:cNvPr id="432" name="직선 화살표 연결선 431">
            <a:extLst>
              <a:ext uri="{FF2B5EF4-FFF2-40B4-BE49-F238E27FC236}">
                <a16:creationId xmlns:a16="http://schemas.microsoft.com/office/drawing/2014/main" id="{EA216648-3560-473F-8FB4-2C063A15414E}"/>
              </a:ext>
            </a:extLst>
          </p:cNvPr>
          <p:cNvCxnSpPr>
            <a:cxnSpLocks/>
          </p:cNvCxnSpPr>
          <p:nvPr/>
        </p:nvCxnSpPr>
        <p:spPr>
          <a:xfrm flipV="1">
            <a:off x="14073349" y="5161489"/>
            <a:ext cx="0" cy="2560942"/>
          </a:xfrm>
          <a:prstGeom prst="straightConnector1">
            <a:avLst/>
          </a:prstGeom>
          <a:ln w="38100">
            <a:solidFill>
              <a:srgbClr val="404756"/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8" name="TextBox 347">
            <a:extLst>
              <a:ext uri="{FF2B5EF4-FFF2-40B4-BE49-F238E27FC236}">
                <a16:creationId xmlns:a16="http://schemas.microsoft.com/office/drawing/2014/main" id="{56BD78D5-70FF-436E-A2DE-B62E9688314B}"/>
              </a:ext>
            </a:extLst>
          </p:cNvPr>
          <p:cNvSpPr txBox="1"/>
          <p:nvPr/>
        </p:nvSpPr>
        <p:spPr>
          <a:xfrm>
            <a:off x="13206570" y="7709406"/>
            <a:ext cx="1080483" cy="338554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 anchor="ctr">
            <a:spAutoFit/>
          </a:bodyPr>
          <a:lstStyle/>
          <a:p>
            <a:pPr algn="ctr" defTabSz="914313" latinLnBrk="1"/>
            <a:r>
              <a:rPr lang="en-US" altLang="ko-KR" sz="1600" dirty="0">
                <a:solidFill>
                  <a:srgbClr val="091421"/>
                </a:solidFill>
                <a:latin typeface="프리젠테이션 7 Bold" pitchFamily="2" charset="-127"/>
                <a:ea typeface="프리젠테이션 7 Bold" pitchFamily="2" charset="-127"/>
              </a:rPr>
              <a:t>      ROBOT</a:t>
            </a:r>
            <a:endParaRPr lang="ko-KR" altLang="en-US" sz="1600" dirty="0">
              <a:solidFill>
                <a:srgbClr val="091421"/>
              </a:solidFill>
              <a:latin typeface="프리젠테이션 7 Bold" pitchFamily="2" charset="-127"/>
              <a:ea typeface="프리젠테이션 7 Bold" pitchFamily="2" charset="-127"/>
            </a:endParaRPr>
          </a:p>
        </p:txBody>
      </p:sp>
      <p:pic>
        <p:nvPicPr>
          <p:cNvPr id="24" name="그래픽 23">
            <a:extLst>
              <a:ext uri="{FF2B5EF4-FFF2-40B4-BE49-F238E27FC236}">
                <a16:creationId xmlns:a16="http://schemas.microsoft.com/office/drawing/2014/main" id="{C7E17148-DE80-4E56-8515-3E83CA278037}"/>
              </a:ext>
            </a:extLst>
          </p:cNvPr>
          <p:cNvPicPr>
            <a:picLocks noChangeAspect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13272402" y="7761683"/>
            <a:ext cx="234000" cy="234000"/>
          </a:xfrm>
          <a:prstGeom prst="rect">
            <a:avLst/>
          </a:prstGeom>
        </p:spPr>
      </p:pic>
      <p:sp>
        <p:nvSpPr>
          <p:cNvPr id="162" name="TextBox 161">
            <a:extLst>
              <a:ext uri="{FF2B5EF4-FFF2-40B4-BE49-F238E27FC236}">
                <a16:creationId xmlns:a16="http://schemas.microsoft.com/office/drawing/2014/main" id="{059C88F8-42E8-4FA4-BC7B-43E6494410F1}"/>
              </a:ext>
            </a:extLst>
          </p:cNvPr>
          <p:cNvSpPr txBox="1"/>
          <p:nvPr/>
        </p:nvSpPr>
        <p:spPr>
          <a:xfrm>
            <a:off x="10685584" y="3528945"/>
            <a:ext cx="1260000" cy="430887"/>
          </a:xfrm>
          <a:prstGeom prst="rect">
            <a:avLst/>
          </a:prstGeom>
          <a:noFill/>
          <a:ln w="19050">
            <a:noFill/>
          </a:ln>
        </p:spPr>
        <p:txBody>
          <a:bodyPr wrap="square" lIns="0" rIns="0" rtlCol="0">
            <a:spAutoFit/>
          </a:bodyPr>
          <a:lstStyle/>
          <a:p>
            <a:pPr defTabSz="914313" latinLnBrk="1"/>
            <a:r>
              <a:rPr lang="en-US" altLang="ko-KR" sz="1100" dirty="0">
                <a:solidFill>
                  <a:prstClr val="black"/>
                </a:solidFill>
                <a:latin typeface="프리젠테이션 5 Medium" pitchFamily="2" charset="-127"/>
                <a:ea typeface="프리젠테이션 5 Medium" pitchFamily="2" charset="-127"/>
              </a:rPr>
              <a:t>embedding retrieval </a:t>
            </a:r>
          </a:p>
          <a:p>
            <a:pPr defTabSz="914313" latinLnBrk="1"/>
            <a:r>
              <a:rPr lang="en-US" altLang="ko-KR" sz="1100" dirty="0">
                <a:solidFill>
                  <a:prstClr val="black"/>
                </a:solidFill>
                <a:latin typeface="프리젠테이션 5 Medium" pitchFamily="2" charset="-127"/>
                <a:ea typeface="프리젠테이션 5 Medium" pitchFamily="2" charset="-127"/>
              </a:rPr>
              <a:t>+ SPARQL filtering</a:t>
            </a:r>
            <a:endParaRPr lang="ko-KR" altLang="en-US" sz="1100" dirty="0">
              <a:solidFill>
                <a:prstClr val="black"/>
              </a:solidFill>
              <a:latin typeface="프리젠테이션 5 Medium" pitchFamily="2" charset="-127"/>
              <a:ea typeface="프리젠테이션 5 Medium" pitchFamily="2" charset="-127"/>
            </a:endParaRPr>
          </a:p>
        </p:txBody>
      </p:sp>
      <p:sp>
        <p:nvSpPr>
          <p:cNvPr id="163" name="TextBox 162">
            <a:extLst>
              <a:ext uri="{FF2B5EF4-FFF2-40B4-BE49-F238E27FC236}">
                <a16:creationId xmlns:a16="http://schemas.microsoft.com/office/drawing/2014/main" id="{0EBC5323-505B-4AC9-B273-9A022678516B}"/>
              </a:ext>
            </a:extLst>
          </p:cNvPr>
          <p:cNvSpPr txBox="1"/>
          <p:nvPr/>
        </p:nvSpPr>
        <p:spPr>
          <a:xfrm>
            <a:off x="10691683" y="4194548"/>
            <a:ext cx="1260000" cy="430887"/>
          </a:xfrm>
          <a:prstGeom prst="rect">
            <a:avLst/>
          </a:prstGeom>
          <a:noFill/>
          <a:ln w="19050">
            <a:noFill/>
          </a:ln>
        </p:spPr>
        <p:txBody>
          <a:bodyPr wrap="square" lIns="0" rIns="0" rtlCol="0">
            <a:spAutoFit/>
          </a:bodyPr>
          <a:lstStyle/>
          <a:p>
            <a:pPr defTabSz="914313" latinLnBrk="1"/>
            <a:r>
              <a:rPr lang="en-US" altLang="ko-KR" sz="1100" dirty="0">
                <a:solidFill>
                  <a:prstClr val="black"/>
                </a:solidFill>
                <a:latin typeface="프리젠테이션 5 Medium" pitchFamily="2" charset="-127"/>
                <a:ea typeface="프리젠테이션 5 Medium" pitchFamily="2" charset="-127"/>
              </a:rPr>
              <a:t>SPARQL-based shortest-path search</a:t>
            </a:r>
            <a:endParaRPr lang="ko-KR" altLang="en-US" sz="1100" dirty="0">
              <a:solidFill>
                <a:prstClr val="black"/>
              </a:solidFill>
              <a:latin typeface="프리젠테이션 5 Medium" pitchFamily="2" charset="-127"/>
              <a:ea typeface="프리젠테이션 5 Medium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85045361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테마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14782</TotalTime>
  <Words>280</Words>
  <Application>Microsoft Office PowerPoint</Application>
  <PresentationFormat>사용자 지정</PresentationFormat>
  <Paragraphs>78</Paragraphs>
  <Slides>1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8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10" baseType="lpstr">
      <vt:lpstr>맑은 고딕</vt:lpstr>
      <vt:lpstr>프리젠테이션 5 Medium</vt:lpstr>
      <vt:lpstr>프리젠테이션 6 SemiBold</vt:lpstr>
      <vt:lpstr>프리젠테이션 7 Bold</vt:lpstr>
      <vt:lpstr>Arial</vt:lpstr>
      <vt:lpstr>Calibri</vt:lpstr>
      <vt:lpstr>Calibri Light</vt:lpstr>
      <vt:lpstr>Cascadia Code SemiLight</vt:lpstr>
      <vt:lpstr>Office 테마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남형우</dc:creator>
  <cp:lastModifiedBy>namh_woo</cp:lastModifiedBy>
  <cp:revision>505</cp:revision>
  <cp:lastPrinted>2025-12-29T15:38:08Z</cp:lastPrinted>
  <dcterms:created xsi:type="dcterms:W3CDTF">2025-12-21T12:06:50Z</dcterms:created>
  <dcterms:modified xsi:type="dcterms:W3CDTF">2026-10-04T07:45:06Z</dcterms:modified>
</cp:coreProperties>
</file>